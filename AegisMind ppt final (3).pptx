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 id="2147483666" r:id="rId2"/>
  </p:sldMasterIdLst>
  <p:notesMasterIdLst>
    <p:notesMasterId r:id="rId16"/>
  </p:notesMasterIdLst>
  <p:sldIdLst>
    <p:sldId id="256" r:id="rId3"/>
    <p:sldId id="257" r:id="rId4"/>
    <p:sldId id="258" r:id="rId5"/>
    <p:sldId id="259" r:id="rId6"/>
    <p:sldId id="263" r:id="rId7"/>
    <p:sldId id="264" r:id="rId8"/>
    <p:sldId id="265" r:id="rId9"/>
    <p:sldId id="266" r:id="rId10"/>
    <p:sldId id="267" r:id="rId11"/>
    <p:sldId id="268" r:id="rId12"/>
    <p:sldId id="262" r:id="rId13"/>
    <p:sldId id="260" r:id="rId14"/>
    <p:sldId id="261" r:id="rId15"/>
  </p:sldIdLst>
  <p:sldSz cx="10080625" cy="7559675"/>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34"/>
  </p:normalViewPr>
  <p:slideViewPr>
    <p:cSldViewPr snapToGrid="0">
      <p:cViewPr varScale="1">
        <p:scale>
          <a:sx n="71" d="100"/>
          <a:sy n="71" d="100"/>
        </p:scale>
        <p:origin x="1579" y="53"/>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5:24:33.881"/>
    </inkml:context>
    <inkml:brush xml:id="br0">
      <inkml:brushProperty name="width" value="0.35" units="cm"/>
      <inkml:brushProperty name="height" value="0.35" units="cm"/>
      <inkml:brushProperty name="color" value="#FFFFFF"/>
    </inkml:brush>
  </inkml:definitions>
  <inkml:trace contextRef="#ctx0" brushRef="#br0">1 0 24575,'4'2'0,"1"-1"0,-1 1 0,0 0 0,0 0 0,0 0 0,0 1 0,0-1 0,-1 1 0,1 0 0,-1 0 0,6 7 0,-3-5 0,7 6 0,1-1 0,0 0 0,15 8 0,-18-13 0,-1 1 0,0 0 0,0 1 0,-1 0 0,0 1 0,0 0 0,13 16 0,2 10 0,8 12 0,61 67 0,-57-83-1365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5:24:43.47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4:09:24.886"/>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4:09:25.97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4:09:26.68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4:09:27.75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4:09:29.184"/>
    </inkml:context>
    <inkml:brush xml:id="br0">
      <inkml:brushProperty name="width" value="0.35" units="cm"/>
      <inkml:brushProperty name="height" value="0.35" units="cm"/>
      <inkml:brushProperty name="color" value="#FFFFFF"/>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6" name="Google Shape;6;n"/>
          <p:cNvSpPr txBox="1">
            <a:spLocks noGrp="1"/>
          </p:cNvSpPr>
          <p:nvPr>
            <p:ph type="dt" idx="10"/>
          </p:nvPr>
        </p:nvSpPr>
        <p:spPr>
          <a:xfrm>
            <a:off x="4278312"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7" name="Google Shape;7;n"/>
          <p:cNvSpPr txBox="1">
            <a:spLocks noGrp="1"/>
          </p:cNvSpPr>
          <p:nvPr>
            <p:ph type="ftr" idx="11"/>
          </p:nvPr>
        </p:nvSpPr>
        <p:spPr>
          <a:xfrm>
            <a:off x="0" y="10156825"/>
            <a:ext cx="3279900" cy="5334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8" name="Google Shape;8;n"/>
          <p:cNvSpPr txBox="1">
            <a:spLocks noGrp="1"/>
          </p:cNvSpPr>
          <p:nvPr>
            <p:ph type="sldNum" idx="12"/>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a:solidFill>
                  <a:srgbClr val="000000"/>
                </a:solidFill>
                <a:latin typeface="Trebuchet MS"/>
                <a:ea typeface="Trebuchet MS"/>
                <a:cs typeface="Trebuchet MS"/>
                <a:sym typeface="Trebuchet MS"/>
              </a:rPr>
              <a:t>1</a:t>
            </a:fld>
            <a:endParaRPr/>
          </a:p>
        </p:txBody>
      </p:sp>
      <p:sp>
        <p:nvSpPr>
          <p:cNvPr id="215" name="Google Shape;215;p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16" name="Google Shape;216;p2: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4: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2</a:t>
            </a:fld>
            <a:endParaRPr/>
          </a:p>
        </p:txBody>
      </p:sp>
      <p:sp>
        <p:nvSpPr>
          <p:cNvPr id="230" name="Google Shape;230;p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31" name="Google Shape;231;p4: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2" name="Google Shape;252;p7: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8: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4</a:t>
            </a:fld>
            <a:endParaRPr sz="1400" b="0" i="0" u="none" strike="noStrike" cap="none">
              <a:solidFill>
                <a:srgbClr val="000000"/>
              </a:solidFill>
              <a:latin typeface="Arial"/>
              <a:ea typeface="Arial"/>
              <a:cs typeface="Arial"/>
              <a:sym typeface="Arial"/>
            </a:endParaRPr>
          </a:p>
        </p:txBody>
      </p:sp>
      <p:sp>
        <p:nvSpPr>
          <p:cNvPr id="308" name="Google Shape;308;p8: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09" name="Google Shape;309;p8: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0: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12</a:t>
            </a:fld>
            <a:endParaRPr sz="1400" b="0" i="0" u="none" strike="noStrike" cap="none">
              <a:solidFill>
                <a:srgbClr val="000000"/>
              </a:solidFill>
              <a:latin typeface="Arial"/>
              <a:ea typeface="Arial"/>
              <a:cs typeface="Arial"/>
              <a:sym typeface="Arial"/>
            </a:endParaRPr>
          </a:p>
        </p:txBody>
      </p:sp>
      <p:sp>
        <p:nvSpPr>
          <p:cNvPr id="316" name="Google Shape;316;p10: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17" name="Google Shape;317;p10: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3: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13</a:t>
            </a:fld>
            <a:endParaRPr/>
          </a:p>
        </p:txBody>
      </p:sp>
      <p:sp>
        <p:nvSpPr>
          <p:cNvPr id="295" name="Google Shape;295;p13:notes"/>
          <p:cNvSpPr>
            <a:spLocks noGrp="1" noRot="1" noChangeAspect="1"/>
          </p:cNvSpPr>
          <p:nvPr>
            <p:ph type="sldImg" idx="2"/>
          </p:nvPr>
        </p:nvSpPr>
        <p:spPr>
          <a:xfrm>
            <a:off x="1106487" y="812800"/>
            <a:ext cx="5346600" cy="4008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96" name="Google Shape;296;p13: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3968"/>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2"/>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29" name="Google Shape;29;p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 name="Google Shape;31;p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9"/>
        <p:cNvGrpSpPr/>
        <p:nvPr/>
      </p:nvGrpSpPr>
      <p:grpSpPr>
        <a:xfrm>
          <a:off x="0" y="0"/>
          <a:ext cx="0" cy="0"/>
          <a:chOff x="0" y="0"/>
          <a:chExt cx="0" cy="0"/>
        </a:xfrm>
      </p:grpSpPr>
      <p:sp>
        <p:nvSpPr>
          <p:cNvPr id="50" name="Google Shape;50;p4"/>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3968"/>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4"/>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52" name="Google Shape;52;p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4" name="Google Shape;54;p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rot="5400000">
            <a:off x="4234694" y="3026822"/>
            <a:ext cx="5788800" cy="1079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5"/>
          <p:cNvSpPr txBox="1">
            <a:spLocks noGrp="1"/>
          </p:cNvSpPr>
          <p:nvPr>
            <p:ph type="body" idx="1"/>
          </p:nvPr>
        </p:nvSpPr>
        <p:spPr>
          <a:xfrm rot="5400000">
            <a:off x="641146" y="702722"/>
            <a:ext cx="5788800" cy="5727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58" name="Google Shape;58;p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0" name="Google Shape;60;p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1"/>
        <p:cNvGrpSpPr/>
        <p:nvPr/>
      </p:nvGrpSpPr>
      <p:grpSpPr>
        <a:xfrm>
          <a:off x="0" y="0"/>
          <a:ext cx="0" cy="0"/>
          <a:chOff x="0" y="0"/>
          <a:chExt cx="0" cy="0"/>
        </a:xfrm>
      </p:grpSpPr>
      <p:sp>
        <p:nvSpPr>
          <p:cNvPr id="62" name="Google Shape;62;p6"/>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6"/>
          <p:cNvSpPr txBox="1">
            <a:spLocks noGrp="1"/>
          </p:cNvSpPr>
          <p:nvPr>
            <p:ph type="body" idx="1"/>
          </p:nvPr>
        </p:nvSpPr>
        <p:spPr>
          <a:xfrm rot="5400000">
            <a:off x="2031162" y="1021500"/>
            <a:ext cx="4278300" cy="69978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64" name="Google Shape;64;p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5" name="Google Shape;65;p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67"/>
        <p:cNvGrpSpPr/>
        <p:nvPr/>
      </p:nvGrpSpPr>
      <p:grpSpPr>
        <a:xfrm>
          <a:off x="0" y="0"/>
          <a:ext cx="0" cy="0"/>
          <a:chOff x="0" y="0"/>
          <a:chExt cx="0" cy="0"/>
        </a:xfrm>
      </p:grpSpPr>
      <p:sp>
        <p:nvSpPr>
          <p:cNvPr id="68" name="Google Shape;68;p7"/>
          <p:cNvSpPr txBox="1">
            <a:spLocks noGrp="1"/>
          </p:cNvSpPr>
          <p:nvPr>
            <p:ph type="title"/>
          </p:nvPr>
        </p:nvSpPr>
        <p:spPr>
          <a:xfrm>
            <a:off x="678930" y="671971"/>
            <a:ext cx="6990900" cy="3331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7"/>
          <p:cNvSpPr txBox="1">
            <a:spLocks noGrp="1"/>
          </p:cNvSpPr>
          <p:nvPr>
            <p:ph type="body" idx="1"/>
          </p:nvPr>
        </p:nvSpPr>
        <p:spPr>
          <a:xfrm>
            <a:off x="672038" y="4423810"/>
            <a:ext cx="6997800" cy="5670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Font typeface="Trebuchet MS"/>
              <a:buNone/>
              <a:defRPr sz="2646">
                <a:solidFill>
                  <a:schemeClr val="accent1"/>
                </a:solidFill>
              </a:defRPr>
            </a:lvl1pPr>
            <a:lvl2pPr marL="914400" lvl="1" indent="-228600" algn="l" rtl="0">
              <a:spcBef>
                <a:spcPts val="1100"/>
              </a:spcBef>
              <a:spcAft>
                <a:spcPts val="0"/>
              </a:spcAft>
              <a:buSzPts val="1360"/>
              <a:buFont typeface="Trebuchet MS"/>
              <a:buNone/>
              <a:defRPr/>
            </a:lvl2pPr>
            <a:lvl3pPr marL="1371600" lvl="2" indent="-228600" algn="l" rtl="0">
              <a:spcBef>
                <a:spcPts val="1100"/>
              </a:spcBef>
              <a:spcAft>
                <a:spcPts val="0"/>
              </a:spcAft>
              <a:buSzPts val="1200"/>
              <a:buFont typeface="Trebuchet MS"/>
              <a:buNone/>
              <a:defRPr/>
            </a:lvl3pPr>
            <a:lvl4pPr marL="1828800" lvl="3" indent="-228600" algn="l" rtl="0">
              <a:spcBef>
                <a:spcPts val="1100"/>
              </a:spcBef>
              <a:spcAft>
                <a:spcPts val="0"/>
              </a:spcAft>
              <a:buSzPts val="1040"/>
              <a:buFont typeface="Trebuchet MS"/>
              <a:buNone/>
              <a:defRPr/>
            </a:lvl4pPr>
            <a:lvl5pPr marL="2286000" lvl="4" indent="-228600" algn="l" rtl="0">
              <a:spcBef>
                <a:spcPts val="1100"/>
              </a:spcBef>
              <a:spcAft>
                <a:spcPts val="0"/>
              </a:spcAft>
              <a:buSzPts val="1040"/>
              <a:buFont typeface="Trebuchet MS"/>
              <a:buNone/>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70" name="Google Shape;70;p7"/>
          <p:cNvSpPr txBox="1">
            <a:spLocks noGrp="1"/>
          </p:cNvSpPr>
          <p:nvPr>
            <p:ph type="body" idx="2"/>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587"/>
              <a:buNone/>
              <a:defRPr sz="1984">
                <a:solidFill>
                  <a:srgbClr val="7F7F7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71" name="Google Shape;71;p7"/>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 name="Google Shape;72;p7"/>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 name="Google Shape;73;p7"/>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74"/>
        <p:cNvGrpSpPr/>
        <p:nvPr/>
      </p:nvGrpSpPr>
      <p:grpSpPr>
        <a:xfrm>
          <a:off x="0" y="0"/>
          <a:ext cx="0" cy="0"/>
          <a:chOff x="0" y="0"/>
          <a:chExt cx="0" cy="0"/>
        </a:xfrm>
      </p:grpSpPr>
      <p:sp>
        <p:nvSpPr>
          <p:cNvPr id="75" name="Google Shape;75;p8"/>
          <p:cNvSpPr txBox="1">
            <a:spLocks noGrp="1"/>
          </p:cNvSpPr>
          <p:nvPr>
            <p:ph type="title"/>
          </p:nvPr>
        </p:nvSpPr>
        <p:spPr>
          <a:xfrm>
            <a:off x="672040" y="2129659"/>
            <a:ext cx="6997800" cy="2861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8"/>
          <p:cNvSpPr txBox="1">
            <a:spLocks noGrp="1"/>
          </p:cNvSpPr>
          <p:nvPr>
            <p:ph type="body" idx="1"/>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587"/>
              <a:buNone/>
              <a:defRPr sz="1984">
                <a:solidFill>
                  <a:srgbClr val="3F3F3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77" name="Google Shape;77;p8"/>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8"/>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9" name="Google Shape;79;p8"/>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0"/>
        <p:cNvGrpSpPr/>
        <p:nvPr/>
      </p:nvGrpSpPr>
      <p:grpSpPr>
        <a:xfrm>
          <a:off x="0" y="0"/>
          <a:ext cx="0" cy="0"/>
          <a:chOff x="0" y="0"/>
          <a:chExt cx="0" cy="0"/>
        </a:xfrm>
      </p:grpSpPr>
      <p:sp>
        <p:nvSpPr>
          <p:cNvPr id="81" name="Google Shape;81;p9"/>
          <p:cNvSpPr txBox="1">
            <a:spLocks noGrp="1"/>
          </p:cNvSpPr>
          <p:nvPr>
            <p:ph type="title"/>
          </p:nvPr>
        </p:nvSpPr>
        <p:spPr>
          <a:xfrm>
            <a:off x="672042" y="671971"/>
            <a:ext cx="6997800" cy="3751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9"/>
          <p:cNvSpPr txBox="1">
            <a:spLocks noGrp="1"/>
          </p:cNvSpPr>
          <p:nvPr>
            <p:ph type="body" idx="1"/>
          </p:nvPr>
        </p:nvSpPr>
        <p:spPr>
          <a:xfrm>
            <a:off x="672042" y="4927788"/>
            <a:ext cx="6997800" cy="1731600"/>
          </a:xfrm>
          <a:prstGeom prst="rect">
            <a:avLst/>
          </a:prstGeom>
          <a:noFill/>
          <a:ln>
            <a:noFill/>
          </a:ln>
        </p:spPr>
        <p:txBody>
          <a:bodyPr spcFirstLastPara="1" wrap="square" lIns="91425" tIns="45700" rIns="91425" bIns="45700" anchor="ctr" anchorCtr="0">
            <a:noAutofit/>
          </a:bodyPr>
          <a:lstStyle>
            <a:lvl1pPr marL="457200" lvl="0" indent="-228600" algn="l" rtl="0">
              <a:spcBef>
                <a:spcPts val="1100"/>
              </a:spcBef>
              <a:spcAft>
                <a:spcPts val="0"/>
              </a:spcAft>
              <a:buSzPts val="1587"/>
              <a:buNone/>
              <a:defRPr sz="1984">
                <a:solidFill>
                  <a:srgbClr val="3F3F3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83" name="Google Shape;83;p9"/>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4" name="Google Shape;84;p9"/>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5" name="Google Shape;85;p9"/>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10"/>
          <p:cNvSpPr txBox="1">
            <a:spLocks noGrp="1"/>
          </p:cNvSpPr>
          <p:nvPr>
            <p:ph type="title"/>
          </p:nvPr>
        </p:nvSpPr>
        <p:spPr>
          <a:xfrm>
            <a:off x="672041" y="5291772"/>
            <a:ext cx="6997800" cy="624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646"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 name="Google Shape;88;p10"/>
          <p:cNvSpPr>
            <a:spLocks noGrp="1"/>
          </p:cNvSpPr>
          <p:nvPr>
            <p:ph type="pic" idx="2"/>
          </p:nvPr>
        </p:nvSpPr>
        <p:spPr>
          <a:xfrm>
            <a:off x="672041" y="671971"/>
            <a:ext cx="6997800" cy="4239300"/>
          </a:xfrm>
          <a:prstGeom prst="rect">
            <a:avLst/>
          </a:prstGeom>
          <a:noFill/>
          <a:ln>
            <a:noFill/>
          </a:ln>
        </p:spPr>
      </p:sp>
      <p:sp>
        <p:nvSpPr>
          <p:cNvPr id="89" name="Google Shape;89;p10"/>
          <p:cNvSpPr txBox="1">
            <a:spLocks noGrp="1"/>
          </p:cNvSpPr>
          <p:nvPr>
            <p:ph type="body" idx="1"/>
          </p:nvPr>
        </p:nvSpPr>
        <p:spPr>
          <a:xfrm>
            <a:off x="672041" y="5916496"/>
            <a:ext cx="6997800" cy="7431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058"/>
              <a:buNone/>
              <a:defRPr sz="1323"/>
            </a:lvl1pPr>
            <a:lvl2pPr marL="914400" lvl="1" indent="-228600" algn="l" rtl="0">
              <a:spcBef>
                <a:spcPts val="1100"/>
              </a:spcBef>
              <a:spcAft>
                <a:spcPts val="0"/>
              </a:spcAft>
              <a:buSzPts val="1058"/>
              <a:buNone/>
              <a:defRPr sz="1323"/>
            </a:lvl2pPr>
            <a:lvl3pPr marL="1371600" lvl="2" indent="-228600" algn="l" rtl="0">
              <a:spcBef>
                <a:spcPts val="1100"/>
              </a:spcBef>
              <a:spcAft>
                <a:spcPts val="0"/>
              </a:spcAft>
              <a:buSzPts val="882"/>
              <a:buNone/>
              <a:defRPr sz="1102"/>
            </a:lvl3pPr>
            <a:lvl4pPr marL="1828800" lvl="3" indent="-228600" algn="l" rtl="0">
              <a:spcBef>
                <a:spcPts val="1100"/>
              </a:spcBef>
              <a:spcAft>
                <a:spcPts val="0"/>
              </a:spcAft>
              <a:buSzPts val="794"/>
              <a:buNone/>
              <a:defRPr sz="992"/>
            </a:lvl4pPr>
            <a:lvl5pPr marL="2286000" lvl="4" indent="-228600" algn="l" rtl="0">
              <a:spcBef>
                <a:spcPts val="1100"/>
              </a:spcBef>
              <a:spcAft>
                <a:spcPts val="0"/>
              </a:spcAft>
              <a:buSzPts val="794"/>
              <a:buNone/>
              <a:defRPr sz="992"/>
            </a:lvl5pPr>
            <a:lvl6pPr marL="2743200" lvl="5" indent="-228600" algn="l" rtl="0">
              <a:spcBef>
                <a:spcPts val="1102"/>
              </a:spcBef>
              <a:spcAft>
                <a:spcPts val="0"/>
              </a:spcAft>
              <a:buSzPts val="794"/>
              <a:buNone/>
              <a:defRPr sz="992"/>
            </a:lvl6pPr>
            <a:lvl7pPr marL="3200400" lvl="6" indent="-228600" algn="l" rtl="0">
              <a:spcBef>
                <a:spcPts val="1102"/>
              </a:spcBef>
              <a:spcAft>
                <a:spcPts val="0"/>
              </a:spcAft>
              <a:buSzPts val="794"/>
              <a:buNone/>
              <a:defRPr sz="992"/>
            </a:lvl7pPr>
            <a:lvl8pPr marL="3657600" lvl="7" indent="-228600" algn="l" rtl="0">
              <a:spcBef>
                <a:spcPts val="1102"/>
              </a:spcBef>
              <a:spcAft>
                <a:spcPts val="0"/>
              </a:spcAft>
              <a:buSzPts val="794"/>
              <a:buNone/>
              <a:defRPr sz="992"/>
            </a:lvl8pPr>
            <a:lvl9pPr marL="4114800" lvl="8" indent="-228600" algn="l" rtl="0">
              <a:spcBef>
                <a:spcPts val="1102"/>
              </a:spcBef>
              <a:spcAft>
                <a:spcPts val="0"/>
              </a:spcAft>
              <a:buSzPts val="794"/>
              <a:buNone/>
              <a:defRPr sz="992"/>
            </a:lvl9pPr>
          </a:lstStyle>
          <a:p>
            <a:endParaRPr/>
          </a:p>
        </p:txBody>
      </p:sp>
      <p:sp>
        <p:nvSpPr>
          <p:cNvPr id="90" name="Google Shape;90;p10"/>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1" name="Google Shape;91;p10"/>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2" name="Google Shape;92;p10"/>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3"/>
        <p:cNvGrpSpPr/>
        <p:nvPr/>
      </p:nvGrpSpPr>
      <p:grpSpPr>
        <a:xfrm>
          <a:off x="0" y="0"/>
          <a:ext cx="0" cy="0"/>
          <a:chOff x="0" y="0"/>
          <a:chExt cx="0" cy="0"/>
        </a:xfrm>
      </p:grpSpPr>
      <p:sp>
        <p:nvSpPr>
          <p:cNvPr id="94" name="Google Shape;94;p11"/>
          <p:cNvSpPr txBox="1">
            <a:spLocks noGrp="1"/>
          </p:cNvSpPr>
          <p:nvPr>
            <p:ph type="title"/>
          </p:nvPr>
        </p:nvSpPr>
        <p:spPr>
          <a:xfrm>
            <a:off x="672041" y="1651933"/>
            <a:ext cx="3075900" cy="1409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205"/>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 name="Google Shape;95;p11"/>
          <p:cNvSpPr txBox="1">
            <a:spLocks noGrp="1"/>
          </p:cNvSpPr>
          <p:nvPr>
            <p:ph type="body" idx="1"/>
          </p:nvPr>
        </p:nvSpPr>
        <p:spPr>
          <a:xfrm>
            <a:off x="3937083" y="567610"/>
            <a:ext cx="3732900" cy="60918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96" name="Google Shape;96;p11"/>
          <p:cNvSpPr txBox="1">
            <a:spLocks noGrp="1"/>
          </p:cNvSpPr>
          <p:nvPr>
            <p:ph type="body" idx="2"/>
          </p:nvPr>
        </p:nvSpPr>
        <p:spPr>
          <a:xfrm>
            <a:off x="672041" y="3061205"/>
            <a:ext cx="3075900" cy="28488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234"/>
              <a:buNone/>
              <a:defRPr sz="1543"/>
            </a:lvl1pPr>
            <a:lvl2pPr marL="914400" lvl="1" indent="-228600" algn="l" rtl="0">
              <a:spcBef>
                <a:spcPts val="1100"/>
              </a:spcBef>
              <a:spcAft>
                <a:spcPts val="0"/>
              </a:spcAft>
              <a:buSzPts val="926"/>
              <a:buNone/>
              <a:defRPr sz="1157"/>
            </a:lvl2pPr>
            <a:lvl3pPr marL="1371600" lvl="2" indent="-228600" algn="l" rtl="0">
              <a:spcBef>
                <a:spcPts val="1100"/>
              </a:spcBef>
              <a:spcAft>
                <a:spcPts val="0"/>
              </a:spcAft>
              <a:buSzPts val="794"/>
              <a:buNone/>
              <a:defRPr sz="992"/>
            </a:lvl3pPr>
            <a:lvl4pPr marL="1828800" lvl="3" indent="-228600" algn="l" rtl="0">
              <a:spcBef>
                <a:spcPts val="1100"/>
              </a:spcBef>
              <a:spcAft>
                <a:spcPts val="0"/>
              </a:spcAft>
              <a:buSzPts val="662"/>
              <a:buNone/>
              <a:defRPr sz="827"/>
            </a:lvl4pPr>
            <a:lvl5pPr marL="2286000" lvl="4" indent="-228600" algn="l" rtl="0">
              <a:spcBef>
                <a:spcPts val="1100"/>
              </a:spcBef>
              <a:spcAft>
                <a:spcPts val="0"/>
              </a:spcAft>
              <a:buSzPts val="662"/>
              <a:buNone/>
              <a:defRPr sz="827"/>
            </a:lvl5pPr>
            <a:lvl6pPr marL="2743200" lvl="5" indent="-228600" algn="l" rtl="0">
              <a:spcBef>
                <a:spcPts val="1102"/>
              </a:spcBef>
              <a:spcAft>
                <a:spcPts val="0"/>
              </a:spcAft>
              <a:buSzPts val="662"/>
              <a:buNone/>
              <a:defRPr sz="827"/>
            </a:lvl6pPr>
            <a:lvl7pPr marL="3200400" lvl="6" indent="-228600" algn="l" rtl="0">
              <a:spcBef>
                <a:spcPts val="1102"/>
              </a:spcBef>
              <a:spcAft>
                <a:spcPts val="0"/>
              </a:spcAft>
              <a:buSzPts val="662"/>
              <a:buNone/>
              <a:defRPr sz="827"/>
            </a:lvl7pPr>
            <a:lvl8pPr marL="3657600" lvl="7" indent="-228600" algn="l" rtl="0">
              <a:spcBef>
                <a:spcPts val="1102"/>
              </a:spcBef>
              <a:spcAft>
                <a:spcPts val="0"/>
              </a:spcAft>
              <a:buSzPts val="662"/>
              <a:buNone/>
              <a:defRPr sz="827"/>
            </a:lvl8pPr>
            <a:lvl9pPr marL="4114800" lvl="8" indent="-228600" algn="l" rtl="0">
              <a:spcBef>
                <a:spcPts val="1102"/>
              </a:spcBef>
              <a:spcAft>
                <a:spcPts val="0"/>
              </a:spcAft>
              <a:buSzPts val="662"/>
              <a:buNone/>
              <a:defRPr sz="827"/>
            </a:lvl9pPr>
          </a:lstStyle>
          <a:p>
            <a:endParaRPr/>
          </a:p>
        </p:txBody>
      </p:sp>
      <p:sp>
        <p:nvSpPr>
          <p:cNvPr id="97" name="Google Shape;97;p1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8" name="Google Shape;98;p1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9" name="Google Shape;99;p1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1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2" name="Google Shape;102;p1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3" name="Google Shape;103;p1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 name="Google Shape;106;p1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8" name="Google Shape;108;p1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 name="Google Shape;111;p14"/>
          <p:cNvSpPr txBox="1">
            <a:spLocks noGrp="1"/>
          </p:cNvSpPr>
          <p:nvPr>
            <p:ph type="body" idx="1"/>
          </p:nvPr>
        </p:nvSpPr>
        <p:spPr>
          <a:xfrm>
            <a:off x="672041"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None/>
              <a:defRPr sz="2646" b="0"/>
            </a:lvl1pPr>
            <a:lvl2pPr marL="914400" lvl="1" indent="-228600" algn="l" rtl="0">
              <a:spcBef>
                <a:spcPts val="1100"/>
              </a:spcBef>
              <a:spcAft>
                <a:spcPts val="0"/>
              </a:spcAft>
              <a:buSzPts val="1764"/>
              <a:buNone/>
              <a:defRPr sz="2205" b="1"/>
            </a:lvl2pPr>
            <a:lvl3pPr marL="1371600" lvl="2" indent="-228600" algn="l" rtl="0">
              <a:spcBef>
                <a:spcPts val="1100"/>
              </a:spcBef>
              <a:spcAft>
                <a:spcPts val="0"/>
              </a:spcAft>
              <a:buSzPts val="1587"/>
              <a:buNone/>
              <a:defRPr sz="1984" b="1"/>
            </a:lvl3pPr>
            <a:lvl4pPr marL="1828800" lvl="3" indent="-228600" algn="l" rtl="0">
              <a:spcBef>
                <a:spcPts val="1100"/>
              </a:spcBef>
              <a:spcAft>
                <a:spcPts val="0"/>
              </a:spcAft>
              <a:buSzPts val="1411"/>
              <a:buNone/>
              <a:defRPr sz="1764" b="1"/>
            </a:lvl4pPr>
            <a:lvl5pPr marL="2286000" lvl="4" indent="-228600" algn="l" rtl="0">
              <a:spcBef>
                <a:spcPts val="1100"/>
              </a:spcBef>
              <a:spcAft>
                <a:spcPts val="0"/>
              </a:spcAft>
              <a:buSzPts val="1411"/>
              <a:buNone/>
              <a:defRPr sz="1764" b="1"/>
            </a:lvl5pPr>
            <a:lvl6pPr marL="2743200" lvl="5" indent="-228600" algn="l" rtl="0">
              <a:spcBef>
                <a:spcPts val="1102"/>
              </a:spcBef>
              <a:spcAft>
                <a:spcPts val="0"/>
              </a:spcAft>
              <a:buSzPts val="1411"/>
              <a:buNone/>
              <a:defRPr sz="1764" b="1"/>
            </a:lvl6pPr>
            <a:lvl7pPr marL="3200400" lvl="6" indent="-228600" algn="l" rtl="0">
              <a:spcBef>
                <a:spcPts val="1102"/>
              </a:spcBef>
              <a:spcAft>
                <a:spcPts val="0"/>
              </a:spcAft>
              <a:buSzPts val="1411"/>
              <a:buNone/>
              <a:defRPr sz="1764" b="1"/>
            </a:lvl7pPr>
            <a:lvl8pPr marL="3657600" lvl="7" indent="-228600" algn="l" rtl="0">
              <a:spcBef>
                <a:spcPts val="1102"/>
              </a:spcBef>
              <a:spcAft>
                <a:spcPts val="0"/>
              </a:spcAft>
              <a:buSzPts val="1411"/>
              <a:buNone/>
              <a:defRPr sz="1764" b="1"/>
            </a:lvl8pPr>
            <a:lvl9pPr marL="4114800" lvl="8" indent="-228600" algn="l" rtl="0">
              <a:spcBef>
                <a:spcPts val="1102"/>
              </a:spcBef>
              <a:spcAft>
                <a:spcPts val="0"/>
              </a:spcAft>
              <a:buSzPts val="1411"/>
              <a:buNone/>
              <a:defRPr sz="1764" b="1"/>
            </a:lvl9pPr>
          </a:lstStyle>
          <a:p>
            <a:endParaRPr/>
          </a:p>
        </p:txBody>
      </p:sp>
      <p:sp>
        <p:nvSpPr>
          <p:cNvPr id="112" name="Google Shape;112;p14"/>
          <p:cNvSpPr txBox="1">
            <a:spLocks noGrp="1"/>
          </p:cNvSpPr>
          <p:nvPr>
            <p:ph type="body" idx="2"/>
          </p:nvPr>
        </p:nvSpPr>
        <p:spPr>
          <a:xfrm>
            <a:off x="672041"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113" name="Google Shape;113;p14"/>
          <p:cNvSpPr txBox="1">
            <a:spLocks noGrp="1"/>
          </p:cNvSpPr>
          <p:nvPr>
            <p:ph type="body" idx="3"/>
          </p:nvPr>
        </p:nvSpPr>
        <p:spPr>
          <a:xfrm>
            <a:off x="4262702"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None/>
              <a:defRPr sz="2646" b="0"/>
            </a:lvl1pPr>
            <a:lvl2pPr marL="914400" lvl="1" indent="-228600" algn="l" rtl="0">
              <a:spcBef>
                <a:spcPts val="1100"/>
              </a:spcBef>
              <a:spcAft>
                <a:spcPts val="0"/>
              </a:spcAft>
              <a:buSzPts val="1764"/>
              <a:buNone/>
              <a:defRPr sz="2205" b="1"/>
            </a:lvl2pPr>
            <a:lvl3pPr marL="1371600" lvl="2" indent="-228600" algn="l" rtl="0">
              <a:spcBef>
                <a:spcPts val="1100"/>
              </a:spcBef>
              <a:spcAft>
                <a:spcPts val="0"/>
              </a:spcAft>
              <a:buSzPts val="1587"/>
              <a:buNone/>
              <a:defRPr sz="1984" b="1"/>
            </a:lvl3pPr>
            <a:lvl4pPr marL="1828800" lvl="3" indent="-228600" algn="l" rtl="0">
              <a:spcBef>
                <a:spcPts val="1100"/>
              </a:spcBef>
              <a:spcAft>
                <a:spcPts val="0"/>
              </a:spcAft>
              <a:buSzPts val="1411"/>
              <a:buNone/>
              <a:defRPr sz="1764" b="1"/>
            </a:lvl4pPr>
            <a:lvl5pPr marL="2286000" lvl="4" indent="-228600" algn="l" rtl="0">
              <a:spcBef>
                <a:spcPts val="1100"/>
              </a:spcBef>
              <a:spcAft>
                <a:spcPts val="0"/>
              </a:spcAft>
              <a:buSzPts val="1411"/>
              <a:buNone/>
              <a:defRPr sz="1764" b="1"/>
            </a:lvl5pPr>
            <a:lvl6pPr marL="2743200" lvl="5" indent="-228600" algn="l" rtl="0">
              <a:spcBef>
                <a:spcPts val="1102"/>
              </a:spcBef>
              <a:spcAft>
                <a:spcPts val="0"/>
              </a:spcAft>
              <a:buSzPts val="1411"/>
              <a:buNone/>
              <a:defRPr sz="1764" b="1"/>
            </a:lvl6pPr>
            <a:lvl7pPr marL="3200400" lvl="6" indent="-228600" algn="l" rtl="0">
              <a:spcBef>
                <a:spcPts val="1102"/>
              </a:spcBef>
              <a:spcAft>
                <a:spcPts val="0"/>
              </a:spcAft>
              <a:buSzPts val="1411"/>
              <a:buNone/>
              <a:defRPr sz="1764" b="1"/>
            </a:lvl7pPr>
            <a:lvl8pPr marL="3657600" lvl="7" indent="-228600" algn="l" rtl="0">
              <a:spcBef>
                <a:spcPts val="1102"/>
              </a:spcBef>
              <a:spcAft>
                <a:spcPts val="0"/>
              </a:spcAft>
              <a:buSzPts val="1411"/>
              <a:buNone/>
              <a:defRPr sz="1764" b="1"/>
            </a:lvl8pPr>
            <a:lvl9pPr marL="4114800" lvl="8" indent="-228600" algn="l" rtl="0">
              <a:spcBef>
                <a:spcPts val="1102"/>
              </a:spcBef>
              <a:spcAft>
                <a:spcPts val="0"/>
              </a:spcAft>
              <a:buSzPts val="1411"/>
              <a:buNone/>
              <a:defRPr sz="1764" b="1"/>
            </a:lvl9pPr>
          </a:lstStyle>
          <a:p>
            <a:endParaRPr/>
          </a:p>
        </p:txBody>
      </p:sp>
      <p:sp>
        <p:nvSpPr>
          <p:cNvPr id="114" name="Google Shape;114;p14"/>
          <p:cNvSpPr txBox="1">
            <a:spLocks noGrp="1"/>
          </p:cNvSpPr>
          <p:nvPr>
            <p:ph type="body" idx="4"/>
          </p:nvPr>
        </p:nvSpPr>
        <p:spPr>
          <a:xfrm>
            <a:off x="4262702"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115" name="Google Shape;115;p1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6" name="Google Shape;116;p1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7" name="Google Shape;117;p1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8"/>
        <p:cNvGrpSpPr/>
        <p:nvPr/>
      </p:nvGrpSpPr>
      <p:grpSpPr>
        <a:xfrm>
          <a:off x="0" y="0"/>
          <a:ext cx="0" cy="0"/>
          <a:chOff x="0" y="0"/>
          <a:chExt cx="0" cy="0"/>
        </a:xfrm>
      </p:grpSpPr>
      <p:sp>
        <p:nvSpPr>
          <p:cNvPr id="119" name="Google Shape;119;p15"/>
          <p:cNvSpPr txBox="1">
            <a:spLocks noGrp="1"/>
          </p:cNvSpPr>
          <p:nvPr>
            <p:ph type="title"/>
          </p:nvPr>
        </p:nvSpPr>
        <p:spPr>
          <a:xfrm>
            <a:off x="672042"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0" name="Google Shape;120;p15"/>
          <p:cNvSpPr txBox="1">
            <a:spLocks noGrp="1"/>
          </p:cNvSpPr>
          <p:nvPr>
            <p:ph type="body" idx="1"/>
          </p:nvPr>
        </p:nvSpPr>
        <p:spPr>
          <a:xfrm>
            <a:off x="672042" y="2381649"/>
            <a:ext cx="3404400" cy="4277700"/>
          </a:xfrm>
          <a:prstGeom prst="rect">
            <a:avLst/>
          </a:prstGeom>
          <a:noFill/>
          <a:ln>
            <a:noFill/>
          </a:ln>
        </p:spPr>
        <p:txBody>
          <a:bodyPr spcFirstLastPara="1" wrap="square" lIns="91425" tIns="45700" rIns="91425" bIns="45700" anchor="t" anchorCtr="0">
            <a:noAutofit/>
          </a:bodyPr>
          <a:lstStyle>
            <a:lvl1pPr marL="457200" lvl="0" indent="-329387" algn="l" rtl="0">
              <a:spcBef>
                <a:spcPts val="1100"/>
              </a:spcBef>
              <a:spcAft>
                <a:spcPts val="0"/>
              </a:spcAft>
              <a:buSzPts val="1587"/>
              <a:buChar char="►"/>
              <a:defRPr sz="1984"/>
            </a:lvl1pPr>
            <a:lvl2pPr marL="914400" lvl="1" indent="-318211" algn="l" rtl="0">
              <a:spcBef>
                <a:spcPts val="1100"/>
              </a:spcBef>
              <a:spcAft>
                <a:spcPts val="0"/>
              </a:spcAft>
              <a:buSzPts val="1411"/>
              <a:buChar char="►"/>
              <a:defRPr sz="1764"/>
            </a:lvl2pPr>
            <a:lvl3pPr marL="1371600" lvl="2" indent="-306984" algn="l" rtl="0">
              <a:spcBef>
                <a:spcPts val="1100"/>
              </a:spcBef>
              <a:spcAft>
                <a:spcPts val="0"/>
              </a:spcAft>
              <a:buSzPts val="1234"/>
              <a:buChar char="►"/>
              <a:defRPr sz="1543"/>
            </a:lvl3pPr>
            <a:lvl4pPr marL="1828800" lvl="3" indent="-295808" algn="l" rtl="0">
              <a:spcBef>
                <a:spcPts val="1100"/>
              </a:spcBef>
              <a:spcAft>
                <a:spcPts val="0"/>
              </a:spcAft>
              <a:buSzPts val="1058"/>
              <a:buChar char="►"/>
              <a:defRPr sz="1323"/>
            </a:lvl4pPr>
            <a:lvl5pPr marL="2286000" lvl="4" indent="-295808" algn="l" rtl="0">
              <a:spcBef>
                <a:spcPts val="1100"/>
              </a:spcBef>
              <a:spcAft>
                <a:spcPts val="0"/>
              </a:spcAft>
              <a:buSzPts val="1058"/>
              <a:buChar char="►"/>
              <a:defRPr sz="1323"/>
            </a:lvl5pPr>
            <a:lvl6pPr marL="2743200" lvl="5" indent="-295808" algn="l" rtl="0">
              <a:spcBef>
                <a:spcPts val="1102"/>
              </a:spcBef>
              <a:spcAft>
                <a:spcPts val="0"/>
              </a:spcAft>
              <a:buSzPts val="1058"/>
              <a:buChar char="►"/>
              <a:defRPr sz="1323"/>
            </a:lvl6pPr>
            <a:lvl7pPr marL="3200400" lvl="6" indent="-295808" algn="l" rtl="0">
              <a:spcBef>
                <a:spcPts val="1102"/>
              </a:spcBef>
              <a:spcAft>
                <a:spcPts val="0"/>
              </a:spcAft>
              <a:buSzPts val="1058"/>
              <a:buChar char="►"/>
              <a:defRPr sz="1323"/>
            </a:lvl7pPr>
            <a:lvl8pPr marL="3657600" lvl="7" indent="-295808" algn="l" rtl="0">
              <a:spcBef>
                <a:spcPts val="1102"/>
              </a:spcBef>
              <a:spcAft>
                <a:spcPts val="0"/>
              </a:spcAft>
              <a:buSzPts val="1058"/>
              <a:buChar char="►"/>
              <a:defRPr sz="1323"/>
            </a:lvl8pPr>
            <a:lvl9pPr marL="4114800" lvl="8" indent="-295808" algn="l" rtl="0">
              <a:spcBef>
                <a:spcPts val="1102"/>
              </a:spcBef>
              <a:spcAft>
                <a:spcPts val="0"/>
              </a:spcAft>
              <a:buSzPts val="1058"/>
              <a:buChar char="►"/>
              <a:defRPr sz="1323"/>
            </a:lvl9pPr>
          </a:lstStyle>
          <a:p>
            <a:endParaRPr/>
          </a:p>
        </p:txBody>
      </p:sp>
      <p:sp>
        <p:nvSpPr>
          <p:cNvPr id="121" name="Google Shape;121;p15"/>
          <p:cNvSpPr txBox="1">
            <a:spLocks noGrp="1"/>
          </p:cNvSpPr>
          <p:nvPr>
            <p:ph type="body" idx="2"/>
          </p:nvPr>
        </p:nvSpPr>
        <p:spPr>
          <a:xfrm>
            <a:off x="4265529" y="2381651"/>
            <a:ext cx="3404400" cy="4277700"/>
          </a:xfrm>
          <a:prstGeom prst="rect">
            <a:avLst/>
          </a:prstGeom>
          <a:noFill/>
          <a:ln>
            <a:noFill/>
          </a:ln>
        </p:spPr>
        <p:txBody>
          <a:bodyPr spcFirstLastPara="1" wrap="square" lIns="91425" tIns="45700" rIns="91425" bIns="45700" anchor="t" anchorCtr="0">
            <a:noAutofit/>
          </a:bodyPr>
          <a:lstStyle>
            <a:lvl1pPr marL="457200" lvl="0" indent="-329387" algn="l" rtl="0">
              <a:spcBef>
                <a:spcPts val="1100"/>
              </a:spcBef>
              <a:spcAft>
                <a:spcPts val="0"/>
              </a:spcAft>
              <a:buSzPts val="1587"/>
              <a:buChar char="►"/>
              <a:defRPr sz="1984"/>
            </a:lvl1pPr>
            <a:lvl2pPr marL="914400" lvl="1" indent="-318211" algn="l" rtl="0">
              <a:spcBef>
                <a:spcPts val="1100"/>
              </a:spcBef>
              <a:spcAft>
                <a:spcPts val="0"/>
              </a:spcAft>
              <a:buSzPts val="1411"/>
              <a:buChar char="►"/>
              <a:defRPr sz="1764"/>
            </a:lvl2pPr>
            <a:lvl3pPr marL="1371600" lvl="2" indent="-306984" algn="l" rtl="0">
              <a:spcBef>
                <a:spcPts val="1100"/>
              </a:spcBef>
              <a:spcAft>
                <a:spcPts val="0"/>
              </a:spcAft>
              <a:buSzPts val="1234"/>
              <a:buChar char="►"/>
              <a:defRPr sz="1543"/>
            </a:lvl3pPr>
            <a:lvl4pPr marL="1828800" lvl="3" indent="-295808" algn="l" rtl="0">
              <a:spcBef>
                <a:spcPts val="1100"/>
              </a:spcBef>
              <a:spcAft>
                <a:spcPts val="0"/>
              </a:spcAft>
              <a:buSzPts val="1058"/>
              <a:buChar char="►"/>
              <a:defRPr sz="1323"/>
            </a:lvl4pPr>
            <a:lvl5pPr marL="2286000" lvl="4" indent="-295808" algn="l" rtl="0">
              <a:spcBef>
                <a:spcPts val="1100"/>
              </a:spcBef>
              <a:spcAft>
                <a:spcPts val="0"/>
              </a:spcAft>
              <a:buSzPts val="1058"/>
              <a:buChar char="►"/>
              <a:defRPr sz="1323"/>
            </a:lvl5pPr>
            <a:lvl6pPr marL="2743200" lvl="5" indent="-295808" algn="l" rtl="0">
              <a:spcBef>
                <a:spcPts val="1102"/>
              </a:spcBef>
              <a:spcAft>
                <a:spcPts val="0"/>
              </a:spcAft>
              <a:buSzPts val="1058"/>
              <a:buChar char="►"/>
              <a:defRPr sz="1323"/>
            </a:lvl6pPr>
            <a:lvl7pPr marL="3200400" lvl="6" indent="-295808" algn="l" rtl="0">
              <a:spcBef>
                <a:spcPts val="1102"/>
              </a:spcBef>
              <a:spcAft>
                <a:spcPts val="0"/>
              </a:spcAft>
              <a:buSzPts val="1058"/>
              <a:buChar char="►"/>
              <a:defRPr sz="1323"/>
            </a:lvl7pPr>
            <a:lvl8pPr marL="3657600" lvl="7" indent="-295808" algn="l" rtl="0">
              <a:spcBef>
                <a:spcPts val="1102"/>
              </a:spcBef>
              <a:spcAft>
                <a:spcPts val="0"/>
              </a:spcAft>
              <a:buSzPts val="1058"/>
              <a:buChar char="►"/>
              <a:defRPr sz="1323"/>
            </a:lvl8pPr>
            <a:lvl9pPr marL="4114800" lvl="8" indent="-295808" algn="l" rtl="0">
              <a:spcBef>
                <a:spcPts val="1102"/>
              </a:spcBef>
              <a:spcAft>
                <a:spcPts val="0"/>
              </a:spcAft>
              <a:buSzPts val="1058"/>
              <a:buChar char="►"/>
              <a:defRPr sz="1323"/>
            </a:lvl9pPr>
          </a:lstStyle>
          <a:p>
            <a:endParaRPr/>
          </a:p>
        </p:txBody>
      </p:sp>
      <p:sp>
        <p:nvSpPr>
          <p:cNvPr id="122" name="Google Shape;122;p1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3" name="Google Shape;123;p1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4" name="Google Shape;124;p1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72040" y="2977208"/>
            <a:ext cx="6997800" cy="2013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4409"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672040" y="4990673"/>
            <a:ext cx="6997800" cy="9483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764"/>
              <a:buNone/>
              <a:defRPr sz="2205">
                <a:solidFill>
                  <a:srgbClr val="7F7F7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128" name="Google Shape;128;p1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9" name="Google Shape;129;p1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0" name="Google Shape;130;p1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9525" y="-9525"/>
            <a:ext cx="10108886" cy="7579449"/>
            <a:chOff x="-8467" y="-8468"/>
            <a:chExt cx="9169889" cy="6875407"/>
          </a:xfrm>
        </p:grpSpPr>
        <p:sp>
          <p:nvSpPr>
            <p:cNvPr id="11" name="Google Shape;11;p1"/>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12" name="Google Shape;12;p1"/>
            <p:cNvCxnSpPr/>
            <p:nvPr/>
          </p:nvCxnSpPr>
          <p:spPr>
            <a:xfrm rot="10800000" flipH="1">
              <a:off x="5130869" y="4174927"/>
              <a:ext cx="4021800" cy="2682900"/>
            </a:xfrm>
            <a:prstGeom prst="straightConnector1">
              <a:avLst/>
            </a:prstGeom>
            <a:noFill/>
            <a:ln w="9525" cap="rnd" cmpd="sng">
              <a:solidFill>
                <a:schemeClr val="accent1">
                  <a:alpha val="69800"/>
                </a:schemeClr>
              </a:solidFill>
              <a:prstDash val="solid"/>
              <a:miter lim="800000"/>
              <a:headEnd type="none" w="med" len="med"/>
              <a:tailEnd type="none" w="med" len="med"/>
            </a:ln>
          </p:spPr>
        </p:cxnSp>
        <p:cxnSp>
          <p:nvCxnSpPr>
            <p:cNvPr id="13" name="Google Shape;13;p1"/>
            <p:cNvCxnSpPr/>
            <p:nvPr/>
          </p:nvCxnSpPr>
          <p:spPr>
            <a:xfrm>
              <a:off x="7043180" y="172"/>
              <a:ext cx="1218300" cy="6857700"/>
            </a:xfrm>
            <a:prstGeom prst="straightConnector1">
              <a:avLst/>
            </a:prstGeom>
            <a:noFill/>
            <a:ln w="9525" cap="rnd" cmpd="sng">
              <a:solidFill>
                <a:schemeClr val="accent1">
                  <a:alpha val="69800"/>
                </a:schemeClr>
              </a:solidFill>
              <a:prstDash val="solid"/>
              <a:miter lim="800000"/>
              <a:headEnd type="none" w="med" len="med"/>
              <a:tailEnd type="none" w="med" len="med"/>
            </a:ln>
          </p:spPr>
        </p:cxnSp>
        <p:sp>
          <p:nvSpPr>
            <p:cNvPr id="14" name="Google Shape;14;p1"/>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9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1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7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grpSp>
      <p:sp>
        <p:nvSpPr>
          <p:cNvPr id="21" name="Google Shape;21;p1"/>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grpSp>
        <p:nvGrpSpPr>
          <p:cNvPr id="33" name="Google Shape;33;p3"/>
          <p:cNvGrpSpPr/>
          <p:nvPr/>
        </p:nvGrpSpPr>
        <p:grpSpPr>
          <a:xfrm>
            <a:off x="-9525" y="-9525"/>
            <a:ext cx="10108886" cy="7579449"/>
            <a:chOff x="-8467" y="-8468"/>
            <a:chExt cx="9169889" cy="6875407"/>
          </a:xfrm>
        </p:grpSpPr>
        <p:sp>
          <p:nvSpPr>
            <p:cNvPr id="34" name="Google Shape;34;p3"/>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35" name="Google Shape;35;p3"/>
            <p:cNvCxnSpPr/>
            <p:nvPr/>
          </p:nvCxnSpPr>
          <p:spPr>
            <a:xfrm rot="10800000" flipH="1">
              <a:off x="5130869" y="4174927"/>
              <a:ext cx="4021800" cy="2682900"/>
            </a:xfrm>
            <a:prstGeom prst="straightConnector1">
              <a:avLst/>
            </a:prstGeom>
            <a:noFill/>
            <a:ln w="9525" cap="rnd" cmpd="sng">
              <a:solidFill>
                <a:schemeClr val="accent1">
                  <a:alpha val="69800"/>
                </a:schemeClr>
              </a:solidFill>
              <a:prstDash val="solid"/>
              <a:miter lim="800000"/>
              <a:headEnd type="none" w="med" len="med"/>
              <a:tailEnd type="none" w="med" len="med"/>
            </a:ln>
          </p:spPr>
        </p:cxnSp>
        <p:cxnSp>
          <p:nvCxnSpPr>
            <p:cNvPr id="36" name="Google Shape;36;p3"/>
            <p:cNvCxnSpPr/>
            <p:nvPr/>
          </p:nvCxnSpPr>
          <p:spPr>
            <a:xfrm>
              <a:off x="7043180" y="172"/>
              <a:ext cx="1218300" cy="6857700"/>
            </a:xfrm>
            <a:prstGeom prst="straightConnector1">
              <a:avLst/>
            </a:prstGeom>
            <a:noFill/>
            <a:ln w="9525" cap="rnd" cmpd="sng">
              <a:solidFill>
                <a:schemeClr val="accent1">
                  <a:alpha val="69800"/>
                </a:schemeClr>
              </a:solidFill>
              <a:prstDash val="solid"/>
              <a:miter lim="800000"/>
              <a:headEnd type="none" w="med" len="med"/>
              <a:tailEnd type="none" w="med" len="med"/>
            </a:ln>
          </p:spPr>
        </p:cxnSp>
        <p:sp>
          <p:nvSpPr>
            <p:cNvPr id="37" name="Google Shape;37;p3"/>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9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38" name="Google Shape;38;p3"/>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1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39" name="Google Shape;39;p3"/>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0" name="Google Shape;40;p3"/>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1" name="Google Shape;41;p3"/>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2" name="Google Shape;42;p3"/>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7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3" name="Google Shape;43;p3"/>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grpSp>
      <p:sp>
        <p:nvSpPr>
          <p:cNvPr id="44" name="Google Shape;44;p3"/>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45" name="Google Shape;45;p3"/>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46" name="Google Shape;46;p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7" name="Google Shape;47;p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8" name="Google Shape;48;p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6.xm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customXml" Target="../ink/ink5.xml"/><Relationship Id="rId5" Type="http://schemas.openxmlformats.org/officeDocument/2006/relationships/image" Target="../media/image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8.png"/><Relationship Id="rId14" Type="http://schemas.openxmlformats.org/officeDocument/2006/relationships/customXml" Target="../ink/ink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
          <p:cNvSpPr txBox="1"/>
          <p:nvPr/>
        </p:nvSpPr>
        <p:spPr>
          <a:xfrm>
            <a:off x="504750" y="2600960"/>
            <a:ext cx="9071100" cy="422656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IN" sz="3600" b="1"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AegisMind</a:t>
            </a:r>
            <a:r>
              <a:rPr lang="en-IN" sz="36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 Cyber Thread Detection using Agentic AI (SDG 9 : Industrial, Innovation and Infrastructure)</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93000"/>
              </a:lnSpc>
              <a:spcBef>
                <a:spcPts val="0"/>
              </a:spcBef>
              <a:spcAft>
                <a:spcPts val="0"/>
              </a:spcAft>
              <a:buClr>
                <a:srgbClr val="000000"/>
              </a:buClr>
              <a:buSzPts val="3600"/>
              <a:buFont typeface="Times New Roman"/>
              <a:buNone/>
            </a:pPr>
            <a:r>
              <a:rPr lang="en-US" sz="3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rgbClr val="000000"/>
              </a:buClr>
              <a:buSzPts val="3200"/>
              <a:buFont typeface="Times New Roman"/>
              <a:buNone/>
            </a:pPr>
            <a:r>
              <a:rPr lang="en-IN" sz="3200" b="1" dirty="0" err="1">
                <a:latin typeface="Times New Roman" panose="02020603050405020304" pitchFamily="18" charset="0"/>
                <a:ea typeface="Times New Roman"/>
                <a:cs typeface="Times New Roman" panose="02020603050405020304" pitchFamily="18" charset="0"/>
                <a:sym typeface="Times New Roman"/>
              </a:rPr>
              <a:t>Nishant</a:t>
            </a:r>
            <a:r>
              <a:rPr lang="en-IN" sz="3200" b="1" dirty="0">
                <a:latin typeface="Times New Roman" panose="02020603050405020304" pitchFamily="18" charset="0"/>
                <a:ea typeface="Times New Roman"/>
                <a:cs typeface="Times New Roman" panose="02020603050405020304" pitchFamily="18" charset="0"/>
                <a:sym typeface="Times New Roman"/>
              </a:rPr>
              <a:t> </a:t>
            </a:r>
            <a:r>
              <a:rPr lang="en-IN" sz="3200" b="1" dirty="0" err="1">
                <a:latin typeface="Times New Roman" panose="02020603050405020304" pitchFamily="18" charset="0"/>
                <a:ea typeface="Times New Roman"/>
                <a:cs typeface="Times New Roman" panose="02020603050405020304" pitchFamily="18" charset="0"/>
                <a:sym typeface="Times New Roman"/>
              </a:rPr>
              <a:t>Dakua</a:t>
            </a:r>
            <a:r>
              <a:rPr lang="en-IN" sz="3200" b="1" dirty="0">
                <a:latin typeface="Times New Roman" panose="02020603050405020304" pitchFamily="18" charset="0"/>
                <a:ea typeface="Times New Roman"/>
                <a:cs typeface="Times New Roman" panose="02020603050405020304" pitchFamily="18" charset="0"/>
                <a:sym typeface="Times New Roman"/>
              </a:rPr>
              <a:t> - 23106014</a:t>
            </a:r>
          </a:p>
          <a:p>
            <a:pPr marL="0" marR="0" lvl="0" indent="0" algn="ctr" rtl="0">
              <a:lnSpc>
                <a:spcPct val="93000"/>
              </a:lnSpc>
              <a:spcBef>
                <a:spcPts val="0"/>
              </a:spcBef>
              <a:spcAft>
                <a:spcPts val="0"/>
              </a:spcAft>
              <a:buClr>
                <a:srgbClr val="000000"/>
              </a:buClr>
              <a:buSzPts val="3200"/>
              <a:buFont typeface="Times New Roman"/>
              <a:buNone/>
            </a:pPr>
            <a:r>
              <a:rPr lang="en-IN" sz="3200" b="1"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Arif</a:t>
            </a:r>
            <a:r>
              <a:rPr lang="en-IN"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IN" sz="3200" b="1"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Choudhary</a:t>
            </a:r>
            <a:r>
              <a:rPr lang="en-IN"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- 23106054</a:t>
            </a:r>
          </a:p>
          <a:p>
            <a:pPr marL="0" marR="0" lvl="0" indent="0" algn="ctr" rtl="0">
              <a:lnSpc>
                <a:spcPct val="93000"/>
              </a:lnSpc>
              <a:spcBef>
                <a:spcPts val="0"/>
              </a:spcBef>
              <a:spcAft>
                <a:spcPts val="0"/>
              </a:spcAft>
              <a:buClr>
                <a:srgbClr val="000000"/>
              </a:buClr>
              <a:buSzPts val="3200"/>
              <a:buFont typeface="Times New Roman"/>
              <a:buNone/>
            </a:pPr>
            <a:r>
              <a:rPr lang="en-IN" sz="3200" b="1" dirty="0" err="1">
                <a:latin typeface="Times New Roman" panose="02020603050405020304" pitchFamily="18" charset="0"/>
                <a:ea typeface="Times New Roman"/>
                <a:cs typeface="Times New Roman" panose="02020603050405020304" pitchFamily="18" charset="0"/>
                <a:sym typeface="Times New Roman"/>
              </a:rPr>
              <a:t>Rushi</a:t>
            </a:r>
            <a:r>
              <a:rPr lang="en-IN" sz="3200" b="1" dirty="0">
                <a:latin typeface="Times New Roman" panose="02020603050405020304" pitchFamily="18" charset="0"/>
                <a:ea typeface="Times New Roman"/>
                <a:cs typeface="Times New Roman" panose="02020603050405020304" pitchFamily="18" charset="0"/>
                <a:sym typeface="Times New Roman"/>
              </a:rPr>
              <a:t> </a:t>
            </a:r>
            <a:r>
              <a:rPr lang="en-IN" sz="3200" b="1" dirty="0" err="1">
                <a:latin typeface="Times New Roman" panose="02020603050405020304" pitchFamily="18" charset="0"/>
                <a:ea typeface="Times New Roman"/>
                <a:cs typeface="Times New Roman" panose="02020603050405020304" pitchFamily="18" charset="0"/>
                <a:sym typeface="Times New Roman"/>
              </a:rPr>
              <a:t>Choraghe</a:t>
            </a:r>
            <a:r>
              <a:rPr lang="en-IN" sz="3200" b="1" dirty="0">
                <a:latin typeface="Times New Roman" panose="02020603050405020304" pitchFamily="18" charset="0"/>
                <a:ea typeface="Times New Roman"/>
                <a:cs typeface="Times New Roman" panose="02020603050405020304" pitchFamily="18" charset="0"/>
                <a:sym typeface="Times New Roman"/>
              </a:rPr>
              <a:t> - 23106033</a:t>
            </a:r>
          </a:p>
          <a:p>
            <a:pPr marL="0" marR="0" lvl="0" indent="0" algn="ctr" rtl="0">
              <a:lnSpc>
                <a:spcPct val="93000"/>
              </a:lnSpc>
              <a:spcBef>
                <a:spcPts val="0"/>
              </a:spcBef>
              <a:spcAft>
                <a:spcPts val="0"/>
              </a:spcAft>
              <a:buClr>
                <a:srgbClr val="000000"/>
              </a:buClr>
              <a:buSzPts val="3200"/>
              <a:buFont typeface="Times New Roman"/>
              <a:buNone/>
            </a:pPr>
            <a:r>
              <a:rPr lang="en-IN"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Aryan Kotur - 23106094</a:t>
            </a: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chemeClr val="dk1"/>
              </a:buClr>
              <a:buSzPts val="3200"/>
              <a:buFont typeface="Trebuchet MS"/>
              <a:buNone/>
            </a:pP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Project Guide</a:t>
            </a:r>
            <a:endParaRPr lang="en-IN"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Mr.</a:t>
            </a:r>
            <a:r>
              <a:rPr lang="en-IN"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IN" sz="2400" b="1"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Vijesh</a:t>
            </a:r>
            <a:r>
              <a:rPr lang="en-IN"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Nair</a:t>
            </a:r>
            <a:endPar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defTabSz="914400" rtl="0" eaLnBrk="1" fontAlgn="auto" latinLnBrk="0" hangingPunct="1">
              <a:lnSpc>
                <a:spcPct val="93000"/>
              </a:lnSpc>
              <a:spcBef>
                <a:spcPts val="0"/>
              </a:spcBef>
              <a:spcAft>
                <a:spcPts val="0"/>
              </a:spcAft>
              <a:buClr>
                <a:srgbClr val="000000"/>
              </a:buClr>
              <a:buSzPts val="2800"/>
              <a:buFont typeface="Times New Roman"/>
              <a:buNone/>
              <a:tabLst/>
              <a:defRPr/>
            </a:pPr>
            <a:r>
              <a:rPr kumimoji="0" lang="en-US" sz="28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Times New Roman"/>
              </a:rPr>
              <a:t>Academic year </a:t>
            </a:r>
            <a:r>
              <a:rPr kumimoji="0" lang="en-IN" sz="28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Times New Roman"/>
              </a:rPr>
              <a:t>2025-26</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ctr" rtl="0">
              <a:lnSpc>
                <a:spcPct val="93000"/>
              </a:lnSpc>
              <a:spcBef>
                <a:spcPts val="0"/>
              </a:spcBef>
              <a:spcAft>
                <a:spcPts val="0"/>
              </a:spcAft>
              <a:buClr>
                <a:srgbClr val="000000"/>
              </a:buClr>
              <a:buSzPts val="2400"/>
              <a:buFont typeface="Times New Roman"/>
              <a:buNone/>
            </a:pPr>
            <a:r>
              <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302" name="Google Shape;302;p1"/>
          <p:cNvCxnSpPr/>
          <p:nvPr/>
        </p:nvCxnSpPr>
        <p:spPr>
          <a:xfrm>
            <a:off x="0" y="1743075"/>
            <a:ext cx="10080600" cy="0"/>
          </a:xfrm>
          <a:prstGeom prst="straightConnector1">
            <a:avLst/>
          </a:prstGeom>
          <a:noFill/>
          <a:ln w="25400" cap="rnd" cmpd="sng">
            <a:solidFill>
              <a:schemeClr val="dk1"/>
            </a:solidFill>
            <a:prstDash val="solid"/>
            <a:miter lim="800000"/>
            <a:headEnd type="none" w="sm" len="sm"/>
            <a:tailEnd type="none" w="sm" len="sm"/>
          </a:ln>
          <a:effectLst>
            <a:outerShdw blurRad="63500" dist="25400" dir="5400000">
              <a:srgbClr val="000000">
                <a:alpha val="34510"/>
              </a:srgbClr>
            </a:outerShdw>
          </a:effectLst>
        </p:spPr>
      </p:cxnSp>
      <p:pic>
        <p:nvPicPr>
          <p:cNvPr id="303" name="Google Shape;303;p1"/>
          <p:cNvPicPr preferRelativeResize="0"/>
          <p:nvPr/>
        </p:nvPicPr>
        <p:blipFill rotWithShape="1">
          <a:blip r:embed="rId3">
            <a:alphaModFix/>
          </a:blip>
          <a:srcRect/>
          <a:stretch/>
        </p:blipFill>
        <p:spPr>
          <a:xfrm>
            <a:off x="863600" y="179387"/>
            <a:ext cx="7705724"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sp>
        <p:nvSpPr>
          <p:cNvPr id="233" name="Google Shape;233;p26"/>
          <p:cNvSpPr txBox="1"/>
          <p:nvPr/>
        </p:nvSpPr>
        <p:spPr>
          <a:xfrm>
            <a:off x="209323" y="-220890"/>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Introduction</a:t>
            </a:r>
            <a:endParaRPr dirty="0"/>
          </a:p>
        </p:txBody>
      </p:sp>
      <p:sp>
        <p:nvSpPr>
          <p:cNvPr id="2" name="Text 2">
            <a:extLst>
              <a:ext uri="{FF2B5EF4-FFF2-40B4-BE49-F238E27FC236}">
                <a16:creationId xmlns:a16="http://schemas.microsoft.com/office/drawing/2014/main" id="{C7BBA4FE-E74E-CB76-A609-4585820C8954}"/>
              </a:ext>
            </a:extLst>
          </p:cNvPr>
          <p:cNvSpPr/>
          <p:nvPr/>
        </p:nvSpPr>
        <p:spPr>
          <a:xfrm>
            <a:off x="0" y="882006"/>
            <a:ext cx="10080625" cy="318407"/>
          </a:xfrm>
          <a:prstGeom prst="rect">
            <a:avLst/>
          </a:prstGeom>
          <a:noFill/>
          <a:ln/>
        </p:spPr>
        <p:txBody>
          <a:bodyPr wrap="none" lIns="0" tIns="0" rIns="0" bIns="0" rtlCol="0" anchor="t"/>
          <a:lstStyle/>
          <a:p>
            <a:pPr marL="0" indent="0" algn="ctr">
              <a:lnSpc>
                <a:spcPts val="1850"/>
              </a:lnSpc>
              <a:buNone/>
            </a:pPr>
            <a:r>
              <a:rPr lang="en-US" sz="2400" b="1" dirty="0">
                <a:solidFill>
                  <a:schemeClr val="tx1"/>
                </a:solidFill>
                <a:latin typeface="+mj-lt"/>
                <a:ea typeface="Nunito Semi Bold" pitchFamily="34" charset="-122"/>
                <a:cs typeface="Nunito Semi Bold" pitchFamily="34" charset="-120"/>
              </a:rPr>
              <a:t>Current Limitations :</a:t>
            </a:r>
            <a:endParaRPr lang="en-US" sz="2400" b="1" dirty="0">
              <a:solidFill>
                <a:schemeClr val="tx1"/>
              </a:solidFill>
              <a:latin typeface="+mj-lt"/>
            </a:endParaRPr>
          </a:p>
        </p:txBody>
      </p:sp>
      <p:sp>
        <p:nvSpPr>
          <p:cNvPr id="8" name="Rectangle: Rounded Corners 7">
            <a:extLst>
              <a:ext uri="{FF2B5EF4-FFF2-40B4-BE49-F238E27FC236}">
                <a16:creationId xmlns:a16="http://schemas.microsoft.com/office/drawing/2014/main" id="{A2730126-A4ED-B625-5AA1-B9D4418988DA}"/>
              </a:ext>
            </a:extLst>
          </p:cNvPr>
          <p:cNvSpPr/>
          <p:nvPr/>
        </p:nvSpPr>
        <p:spPr>
          <a:xfrm>
            <a:off x="38295" y="1200413"/>
            <a:ext cx="9833007" cy="1959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1" indent="-342900">
              <a:lnSpc>
                <a:spcPts val="2000"/>
              </a:lnSpc>
              <a:buSzPct val="100000"/>
              <a:buChar char="•"/>
            </a:pPr>
            <a:endParaRPr lang="en-US" sz="2000" dirty="0">
              <a:solidFill>
                <a:schemeClr val="tx1"/>
              </a:solidFill>
              <a:latin typeface="+mn-lt"/>
              <a:ea typeface="PT Sans" pitchFamily="34" charset="-122"/>
              <a:cs typeface="PT Sans" pitchFamily="34" charset="-120"/>
            </a:endParaRPr>
          </a:p>
          <a:p>
            <a:pPr marL="342900" lvl="1" indent="-342900">
              <a:lnSpc>
                <a:spcPts val="2000"/>
              </a:lnSpc>
              <a:buSzPct val="100000"/>
              <a:buChar char="•"/>
            </a:pPr>
            <a:r>
              <a:rPr lang="en-US" sz="2000" dirty="0">
                <a:solidFill>
                  <a:schemeClr val="tx1"/>
                </a:solidFill>
                <a:latin typeface="+mn-lt"/>
                <a:ea typeface="PT Sans" pitchFamily="34" charset="-122"/>
                <a:cs typeface="PT Sans" pitchFamily="34" charset="-120"/>
              </a:rPr>
              <a:t>Reactive systems that respond only after an attack.</a:t>
            </a:r>
          </a:p>
          <a:p>
            <a:pPr marL="342900" lvl="1" indent="-342900">
              <a:lnSpc>
                <a:spcPts val="2000"/>
              </a:lnSpc>
              <a:buSzPct val="100000"/>
              <a:buFont typeface="Arial"/>
              <a:buChar char="•"/>
            </a:pPr>
            <a:r>
              <a:rPr lang="en-US" sz="2000" dirty="0">
                <a:solidFill>
                  <a:schemeClr val="tx1"/>
                </a:solidFill>
                <a:latin typeface="+mn-lt"/>
                <a:ea typeface="PT Sans" pitchFamily="34" charset="-122"/>
                <a:cs typeface="PT Sans" pitchFamily="34" charset="-120"/>
              </a:rPr>
              <a:t>Limited protection against unknown zero-day vulnerabilities.</a:t>
            </a:r>
          </a:p>
          <a:p>
            <a:pPr marL="342900" lvl="1" indent="-342900">
              <a:lnSpc>
                <a:spcPts val="2000"/>
              </a:lnSpc>
              <a:buSzPct val="100000"/>
              <a:buFont typeface="Arial"/>
              <a:buChar char="•"/>
            </a:pPr>
            <a:r>
              <a:rPr lang="en-US" sz="2000" dirty="0">
                <a:solidFill>
                  <a:schemeClr val="tx1"/>
                </a:solidFill>
                <a:latin typeface="+mn-lt"/>
                <a:ea typeface="PT Sans" pitchFamily="34" charset="-122"/>
                <a:cs typeface="PT Sans" pitchFamily="34" charset="-120"/>
              </a:rPr>
              <a:t>Heavy reliance on human intervention, leading to alert fatigue and slower response times.</a:t>
            </a:r>
            <a:endParaRPr lang="en-US" sz="2000" dirty="0">
              <a:solidFill>
                <a:schemeClr val="tx1"/>
              </a:solidFill>
              <a:latin typeface="+mn-lt"/>
            </a:endParaRPr>
          </a:p>
          <a:p>
            <a:pPr marL="342900" lvl="1" indent="-342900">
              <a:lnSpc>
                <a:spcPts val="2000"/>
              </a:lnSpc>
              <a:buSzPct val="100000"/>
              <a:buFont typeface="Arial"/>
              <a:buChar char="•"/>
            </a:pPr>
            <a:r>
              <a:rPr lang="en-US" sz="2000" dirty="0">
                <a:solidFill>
                  <a:schemeClr val="tx1"/>
                </a:solidFill>
                <a:latin typeface="+mn-lt"/>
                <a:ea typeface="PT Sans" pitchFamily="34" charset="-122"/>
                <a:cs typeface="PT Sans" pitchFamily="34" charset="-120"/>
              </a:rPr>
              <a:t>Inability to adapt quickly to novel attack vectors.</a:t>
            </a:r>
            <a:endParaRPr lang="en-US" sz="2000" dirty="0">
              <a:solidFill>
                <a:schemeClr val="tx1"/>
              </a:solidFill>
              <a:latin typeface="+mn-lt"/>
            </a:endParaRPr>
          </a:p>
          <a:p>
            <a:pPr marL="342900" indent="-342900">
              <a:lnSpc>
                <a:spcPts val="2000"/>
              </a:lnSpc>
              <a:buSzPct val="100000"/>
              <a:buFont typeface="Arial"/>
              <a:buChar char="•"/>
            </a:pPr>
            <a:endParaRPr lang="en-US" sz="1100" dirty="0">
              <a:solidFill>
                <a:schemeClr val="tx1"/>
              </a:solidFill>
              <a:latin typeface="+mj-lt"/>
            </a:endParaRPr>
          </a:p>
          <a:p>
            <a:pPr marL="342900" indent="-342900">
              <a:lnSpc>
                <a:spcPts val="2000"/>
              </a:lnSpc>
              <a:buSzPct val="100000"/>
              <a:buChar char="•"/>
            </a:pPr>
            <a:endParaRPr lang="en-US" sz="1100" dirty="0">
              <a:solidFill>
                <a:schemeClr val="tx1"/>
              </a:solidFill>
              <a:latin typeface="+mj-lt"/>
              <a:ea typeface="PT Sans" pitchFamily="34" charset="-122"/>
              <a:cs typeface="PT Sans" pitchFamily="34" charset="-120"/>
            </a:endParaRPr>
          </a:p>
        </p:txBody>
      </p:sp>
      <p:sp>
        <p:nvSpPr>
          <p:cNvPr id="22" name="TextBox 21">
            <a:extLst>
              <a:ext uri="{FF2B5EF4-FFF2-40B4-BE49-F238E27FC236}">
                <a16:creationId xmlns:a16="http://schemas.microsoft.com/office/drawing/2014/main" id="{E60435D0-635C-894E-3403-135D8D33F220}"/>
              </a:ext>
            </a:extLst>
          </p:cNvPr>
          <p:cNvSpPr txBox="1"/>
          <p:nvPr/>
        </p:nvSpPr>
        <p:spPr>
          <a:xfrm>
            <a:off x="1" y="3496094"/>
            <a:ext cx="10080624" cy="345094"/>
          </a:xfrm>
          <a:prstGeom prst="rect">
            <a:avLst/>
          </a:prstGeom>
          <a:noFill/>
        </p:spPr>
        <p:txBody>
          <a:bodyPr wrap="square">
            <a:spAutoFit/>
          </a:bodyPr>
          <a:lstStyle/>
          <a:p>
            <a:pPr marL="0" indent="0" algn="ctr">
              <a:lnSpc>
                <a:spcPts val="1850"/>
              </a:lnSpc>
              <a:buNone/>
            </a:pPr>
            <a:r>
              <a:rPr lang="en-US" sz="2400" b="1" dirty="0">
                <a:solidFill>
                  <a:schemeClr val="tx1"/>
                </a:solidFill>
                <a:latin typeface="+mj-lt"/>
                <a:ea typeface="Nunito Semi Bold" pitchFamily="34" charset="-122"/>
                <a:cs typeface="Nunito Semi Bold" pitchFamily="34" charset="-120"/>
              </a:rPr>
              <a:t>Introducing </a:t>
            </a:r>
            <a:r>
              <a:rPr lang="en-US" sz="2400" b="1" dirty="0" err="1">
                <a:solidFill>
                  <a:schemeClr val="tx1"/>
                </a:solidFill>
                <a:latin typeface="+mj-lt"/>
                <a:ea typeface="Nunito Semi Bold" pitchFamily="34" charset="-122"/>
                <a:cs typeface="Nunito Semi Bold" pitchFamily="34" charset="-120"/>
              </a:rPr>
              <a:t>AegisMind</a:t>
            </a:r>
            <a:r>
              <a:rPr lang="en-US" sz="2400" b="1" dirty="0">
                <a:solidFill>
                  <a:schemeClr val="tx1"/>
                </a:solidFill>
                <a:latin typeface="+mj-lt"/>
                <a:ea typeface="Nunito Semi Bold" pitchFamily="34" charset="-122"/>
                <a:cs typeface="Nunito Semi Bold" pitchFamily="34" charset="-120"/>
              </a:rPr>
              <a:t>  :</a:t>
            </a:r>
            <a:endParaRPr lang="en-US" sz="2400" b="1" dirty="0">
              <a:solidFill>
                <a:schemeClr val="tx1"/>
              </a:solidFill>
              <a:latin typeface="+mj-lt"/>
            </a:endParaRPr>
          </a:p>
        </p:txBody>
      </p:sp>
      <p:sp>
        <p:nvSpPr>
          <p:cNvPr id="23" name="Rectangle: Rounded Corners 22">
            <a:extLst>
              <a:ext uri="{FF2B5EF4-FFF2-40B4-BE49-F238E27FC236}">
                <a16:creationId xmlns:a16="http://schemas.microsoft.com/office/drawing/2014/main" id="{69209F49-9A05-26BC-BBC3-8088C9EE8FEE}"/>
              </a:ext>
            </a:extLst>
          </p:cNvPr>
          <p:cNvSpPr/>
          <p:nvPr/>
        </p:nvSpPr>
        <p:spPr>
          <a:xfrm>
            <a:off x="96367" y="3998042"/>
            <a:ext cx="9833007" cy="26796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l">
              <a:lnSpc>
                <a:spcPts val="2000"/>
              </a:lnSpc>
              <a:buNone/>
            </a:pPr>
            <a:endParaRPr lang="en-US" sz="2000" dirty="0">
              <a:solidFill>
                <a:schemeClr val="tx1"/>
              </a:solidFill>
              <a:ea typeface="PT Sans" pitchFamily="34" charset="-122"/>
              <a:cs typeface="PT Sans" pitchFamily="34" charset="-120"/>
            </a:endParaRPr>
          </a:p>
          <a:p>
            <a:pPr marL="0" indent="0" algn="l">
              <a:lnSpc>
                <a:spcPts val="2000"/>
              </a:lnSpc>
              <a:buNone/>
            </a:pPr>
            <a:r>
              <a:rPr lang="en-US" sz="2000" dirty="0" err="1">
                <a:solidFill>
                  <a:schemeClr val="tx1"/>
                </a:solidFill>
                <a:ea typeface="PT Sans" pitchFamily="34" charset="-122"/>
                <a:cs typeface="PT Sans" pitchFamily="34" charset="-120"/>
              </a:rPr>
              <a:t>AegisMind</a:t>
            </a:r>
            <a:r>
              <a:rPr lang="en-US" sz="2000" dirty="0">
                <a:solidFill>
                  <a:schemeClr val="tx1"/>
                </a:solidFill>
                <a:ea typeface="PT Sans" pitchFamily="34" charset="-122"/>
                <a:cs typeface="PT Sans" pitchFamily="34" charset="-120"/>
              </a:rPr>
              <a:t> is a groundbreaking, AI-powered agentic layer designed for autonomous cyber defense and counterattack. It's a plug-and-play solution that seamlessly integrates into any digital environment.</a:t>
            </a:r>
          </a:p>
          <a:p>
            <a:pPr marL="0" indent="0" algn="l">
              <a:lnSpc>
                <a:spcPts val="2000"/>
              </a:lnSpc>
              <a:buNone/>
            </a:pPr>
            <a:endParaRPr lang="en-US" sz="2000" dirty="0">
              <a:solidFill>
                <a:schemeClr val="tx1"/>
              </a:solidFill>
              <a:ea typeface="PT Sans" pitchFamily="34" charset="-122"/>
              <a:cs typeface="PT Sans" pitchFamily="34" charset="-120"/>
            </a:endParaRPr>
          </a:p>
          <a:p>
            <a:pPr marL="285750" indent="-285750">
              <a:lnSpc>
                <a:spcPts val="2000"/>
              </a:lnSpc>
              <a:buFont typeface="Arial" panose="020B0604020202020204" pitchFamily="34" charset="0"/>
              <a:buChar char="•"/>
            </a:pPr>
            <a:r>
              <a:rPr lang="en-US" sz="2000" dirty="0">
                <a:solidFill>
                  <a:schemeClr val="tx1"/>
                </a:solidFill>
                <a:ea typeface="PT Sans" pitchFamily="34" charset="-122"/>
                <a:cs typeface="PT Sans" pitchFamily="34" charset="-120"/>
              </a:rPr>
              <a:t>Leverages Large Language Model (LLM) reasoning for complex threat analysis.</a:t>
            </a:r>
          </a:p>
          <a:p>
            <a:pPr marL="285750" indent="-285750">
              <a:lnSpc>
                <a:spcPts val="2000"/>
              </a:lnSpc>
              <a:buFont typeface="Arial" panose="020B0604020202020204" pitchFamily="34" charset="0"/>
              <a:buChar char="•"/>
            </a:pPr>
            <a:r>
              <a:rPr lang="en-US" sz="2000" dirty="0">
                <a:solidFill>
                  <a:schemeClr val="tx1"/>
                </a:solidFill>
                <a:ea typeface="PT Sans" pitchFamily="34" charset="-122"/>
                <a:cs typeface="PT Sans" pitchFamily="34" charset="-120"/>
              </a:rPr>
              <a:t>Utilizes Deep Reinforcement Learning (DRL) for unparalleled adaptability.</a:t>
            </a:r>
            <a:endParaRPr lang="en-US" sz="2000" dirty="0">
              <a:solidFill>
                <a:schemeClr val="tx1"/>
              </a:solidFill>
            </a:endParaRPr>
          </a:p>
          <a:p>
            <a:pPr marL="285750" indent="-285750">
              <a:lnSpc>
                <a:spcPts val="2000"/>
              </a:lnSpc>
              <a:buFont typeface="Arial" panose="020B0604020202020204" pitchFamily="34" charset="0"/>
              <a:buChar char="•"/>
            </a:pPr>
            <a:r>
              <a:rPr lang="en-US" sz="2000" dirty="0">
                <a:solidFill>
                  <a:schemeClr val="tx1"/>
                </a:solidFill>
                <a:ea typeface="PT Sans" pitchFamily="34" charset="-122"/>
                <a:cs typeface="PT Sans" pitchFamily="34" charset="-120"/>
              </a:rPr>
              <a:t>Features memory-driven evolution, learning from every interaction.</a:t>
            </a:r>
            <a:endParaRPr lang="en-US" sz="2000" dirty="0">
              <a:solidFill>
                <a:schemeClr val="tx1"/>
              </a:solidFill>
            </a:endParaRPr>
          </a:p>
          <a:p>
            <a:pPr marL="285750" indent="-285750">
              <a:lnSpc>
                <a:spcPts val="2000"/>
              </a:lnSpc>
              <a:buFont typeface="Arial" panose="020B0604020202020204" pitchFamily="34" charset="0"/>
              <a:buChar char="•"/>
            </a:pPr>
            <a:r>
              <a:rPr lang="en-US" sz="2000" dirty="0">
                <a:solidFill>
                  <a:schemeClr val="tx1"/>
                </a:solidFill>
                <a:ea typeface="PT Sans" pitchFamily="34" charset="-122"/>
                <a:cs typeface="PT Sans" pitchFamily="34" charset="-120"/>
              </a:rPr>
              <a:t>Deployable via SDK to websites, APIs, and SaaS products.</a:t>
            </a:r>
            <a:endParaRPr lang="en-US" sz="2000" dirty="0">
              <a:solidFill>
                <a:schemeClr val="tx1"/>
              </a:solidFill>
            </a:endParaRPr>
          </a:p>
          <a:p>
            <a:pPr marL="285750" indent="-285750">
              <a:lnSpc>
                <a:spcPts val="2000"/>
              </a:lnSpc>
              <a:buFont typeface="Arial" panose="020B0604020202020204" pitchFamily="34" charset="0"/>
              <a:buChar char="•"/>
            </a:pPr>
            <a:endParaRPr lang="en-US" sz="2000" dirty="0">
              <a:solidFill>
                <a:schemeClr val="tx1"/>
              </a:solidFill>
            </a:endParaRPr>
          </a:p>
          <a:p>
            <a:pPr marL="285750" indent="-285750" algn="l">
              <a:lnSpc>
                <a:spcPts val="2000"/>
              </a:lnSpc>
              <a:buFont typeface="Arial" panose="020B0604020202020204" pitchFamily="34" charset="0"/>
              <a:buChar char="•"/>
            </a:pPr>
            <a:endParaRPr lang="en-US" sz="20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a:spLocks noGrp="1"/>
          </p:cNvSpPr>
          <p:nvPr>
            <p:ph type="title"/>
          </p:nvPr>
        </p:nvSpPr>
        <p:spPr>
          <a:xfrm>
            <a:off x="0" y="0"/>
            <a:ext cx="6997800" cy="1455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 Problem statement </a:t>
            </a:r>
            <a:endParaRPr dirty="0"/>
          </a:p>
        </p:txBody>
      </p:sp>
      <p:sp>
        <p:nvSpPr>
          <p:cNvPr id="4" name="Rectangle: Rounded Corners 3">
            <a:extLst>
              <a:ext uri="{FF2B5EF4-FFF2-40B4-BE49-F238E27FC236}">
                <a16:creationId xmlns:a16="http://schemas.microsoft.com/office/drawing/2014/main" id="{778E1F8E-5230-CF99-B7A9-AF9A27132BD0}"/>
              </a:ext>
            </a:extLst>
          </p:cNvPr>
          <p:cNvSpPr/>
          <p:nvPr/>
        </p:nvSpPr>
        <p:spPr>
          <a:xfrm>
            <a:off x="74486" y="727800"/>
            <a:ext cx="9717214" cy="20951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Font typeface="Arial" panose="020B0604020202020204" pitchFamily="34" charset="0"/>
              <a:buChar char="•"/>
            </a:pPr>
            <a:r>
              <a:rPr lang="en-US" sz="2000" dirty="0">
                <a:solidFill>
                  <a:sysClr val="windowText" lastClr="000000"/>
                </a:solidFill>
              </a:rPr>
              <a:t>How can we defend against AI-powered, zero-day cyber threats without relying on static rules?</a:t>
            </a:r>
          </a:p>
          <a:p>
            <a:pPr>
              <a:buFont typeface="Arial" panose="020B0604020202020204" pitchFamily="34" charset="0"/>
              <a:buChar char="•"/>
            </a:pPr>
            <a:r>
              <a:rPr lang="en-US" sz="2000" dirty="0">
                <a:solidFill>
                  <a:sysClr val="windowText" lastClr="000000"/>
                </a:solidFill>
              </a:rPr>
              <a:t>Can we build a system that simulates attacker behavior and reasons in real time?</a:t>
            </a:r>
          </a:p>
          <a:p>
            <a:pPr>
              <a:buFont typeface="Arial" panose="020B0604020202020204" pitchFamily="34" charset="0"/>
              <a:buChar char="•"/>
            </a:pPr>
            <a:r>
              <a:rPr lang="en-US" sz="2000" dirty="0">
                <a:solidFill>
                  <a:sysClr val="windowText" lastClr="000000"/>
                </a:solidFill>
              </a:rPr>
              <a:t>What if cyber defense could learn, adapt, and evolve like a living system?</a:t>
            </a:r>
          </a:p>
          <a:p>
            <a:pPr>
              <a:buFont typeface="Arial" panose="020B0604020202020204" pitchFamily="34" charset="0"/>
              <a:buChar char="•"/>
            </a:pPr>
            <a:r>
              <a:rPr lang="en-US" sz="2000" dirty="0">
                <a:solidFill>
                  <a:sysClr val="windowText" lastClr="000000"/>
                </a:solidFill>
              </a:rPr>
              <a:t>Can we create an autonomous, plug-and-play AI shield for any digital platform?</a:t>
            </a:r>
          </a:p>
          <a:p>
            <a:pPr algn="ctr"/>
            <a:endParaRPr lang="en-IN" sz="2000" dirty="0">
              <a:solidFill>
                <a:sysClr val="windowText" lastClr="000000"/>
              </a:solidFill>
            </a:endParaRPr>
          </a:p>
        </p:txBody>
      </p:sp>
      <p:sp>
        <p:nvSpPr>
          <p:cNvPr id="6" name="TextBox 5">
            <a:extLst>
              <a:ext uri="{FF2B5EF4-FFF2-40B4-BE49-F238E27FC236}">
                <a16:creationId xmlns:a16="http://schemas.microsoft.com/office/drawing/2014/main" id="{BA603490-3B56-D6AE-E65D-76CA6F95B021}"/>
              </a:ext>
            </a:extLst>
          </p:cNvPr>
          <p:cNvSpPr txBox="1"/>
          <p:nvPr/>
        </p:nvSpPr>
        <p:spPr>
          <a:xfrm>
            <a:off x="0" y="3032997"/>
            <a:ext cx="10080625" cy="450893"/>
          </a:xfrm>
          <a:prstGeom prst="rect">
            <a:avLst/>
          </a:prstGeom>
          <a:noFill/>
        </p:spPr>
        <p:txBody>
          <a:bodyPr wrap="square">
            <a:spAutoFit/>
          </a:bodyPr>
          <a:lstStyle/>
          <a:p>
            <a:pPr marL="0" indent="0" algn="ctr">
              <a:lnSpc>
                <a:spcPts val="2950"/>
              </a:lnSpc>
              <a:buNone/>
            </a:pPr>
            <a:r>
              <a:rPr lang="en-US" sz="2400" b="1" dirty="0" err="1">
                <a:solidFill>
                  <a:schemeClr val="tx1"/>
                </a:solidFill>
                <a:latin typeface="+mj-lt"/>
                <a:ea typeface="Nunito Semi Bold" pitchFamily="34" charset="-122"/>
                <a:cs typeface="Nunito Semi Bold" pitchFamily="34" charset="-120"/>
              </a:rPr>
              <a:t>AegisMind</a:t>
            </a:r>
            <a:r>
              <a:rPr lang="en-US" sz="2400" b="1" dirty="0">
                <a:solidFill>
                  <a:schemeClr val="tx1"/>
                </a:solidFill>
                <a:latin typeface="+mj-lt"/>
                <a:ea typeface="Nunito Semi Bold" pitchFamily="34" charset="-122"/>
                <a:cs typeface="Nunito Semi Bold" pitchFamily="34" charset="-120"/>
              </a:rPr>
              <a:t> &amp; UN Sustainable Development Goals</a:t>
            </a:r>
            <a:endParaRPr lang="en-US" sz="2400" b="1" dirty="0">
              <a:solidFill>
                <a:schemeClr val="tx1"/>
              </a:solidFill>
              <a:latin typeface="+mj-lt"/>
            </a:endParaRPr>
          </a:p>
        </p:txBody>
      </p:sp>
      <p:grpSp>
        <p:nvGrpSpPr>
          <p:cNvPr id="23" name="Group 22">
            <a:extLst>
              <a:ext uri="{FF2B5EF4-FFF2-40B4-BE49-F238E27FC236}">
                <a16:creationId xmlns:a16="http://schemas.microsoft.com/office/drawing/2014/main" id="{F5B0B3CA-29BB-2373-A3F2-CB4710569D9D}"/>
              </a:ext>
            </a:extLst>
          </p:cNvPr>
          <p:cNvGrpSpPr/>
          <p:nvPr/>
        </p:nvGrpSpPr>
        <p:grpSpPr>
          <a:xfrm>
            <a:off x="196918" y="3495797"/>
            <a:ext cx="4337685" cy="1942743"/>
            <a:chOff x="189786" y="3963566"/>
            <a:chExt cx="4337685" cy="1942743"/>
          </a:xfrm>
        </p:grpSpPr>
        <p:sp>
          <p:nvSpPr>
            <p:cNvPr id="10" name="Shape 15">
              <a:extLst>
                <a:ext uri="{FF2B5EF4-FFF2-40B4-BE49-F238E27FC236}">
                  <a16:creationId xmlns:a16="http://schemas.microsoft.com/office/drawing/2014/main" id="{8C897918-DF39-9E64-94D9-70554BA3634C}"/>
                </a:ext>
              </a:extLst>
            </p:cNvPr>
            <p:cNvSpPr/>
            <p:nvPr/>
          </p:nvSpPr>
          <p:spPr>
            <a:xfrm>
              <a:off x="189786" y="4206096"/>
              <a:ext cx="4337685" cy="1700213"/>
            </a:xfrm>
            <a:prstGeom prst="roundRect">
              <a:avLst>
                <a:gd name="adj" fmla="val 6454"/>
              </a:avLst>
            </a:prstGeom>
            <a:solidFill>
              <a:srgbClr val="0A0A0A">
                <a:alpha val="75000"/>
              </a:srgbClr>
            </a:solidFill>
            <a:ln/>
          </p:spPr>
        </p:sp>
        <p:sp>
          <p:nvSpPr>
            <p:cNvPr id="11" name="Shape 16">
              <a:extLst>
                <a:ext uri="{FF2B5EF4-FFF2-40B4-BE49-F238E27FC236}">
                  <a16:creationId xmlns:a16="http://schemas.microsoft.com/office/drawing/2014/main" id="{F982BC65-BEF3-5B92-EC38-6E84329ECFD7}"/>
                </a:ext>
              </a:extLst>
            </p:cNvPr>
            <p:cNvSpPr/>
            <p:nvPr/>
          </p:nvSpPr>
          <p:spPr>
            <a:xfrm>
              <a:off x="189786" y="4183236"/>
              <a:ext cx="4337685" cy="91440"/>
            </a:xfrm>
            <a:prstGeom prst="roundRect">
              <a:avLst>
                <a:gd name="adj" fmla="val 265355"/>
              </a:avLst>
            </a:prstGeom>
            <a:solidFill>
              <a:srgbClr val="2D4DF2"/>
            </a:solidFill>
            <a:ln/>
          </p:spPr>
        </p:sp>
        <p:sp>
          <p:nvSpPr>
            <p:cNvPr id="12" name="Shape 17">
              <a:extLst>
                <a:ext uri="{FF2B5EF4-FFF2-40B4-BE49-F238E27FC236}">
                  <a16:creationId xmlns:a16="http://schemas.microsoft.com/office/drawing/2014/main" id="{B1C3F5B4-F77B-4DE0-972A-86A1D0749DC7}"/>
                </a:ext>
              </a:extLst>
            </p:cNvPr>
            <p:cNvSpPr/>
            <p:nvPr/>
          </p:nvSpPr>
          <p:spPr>
            <a:xfrm>
              <a:off x="2116038" y="3963566"/>
              <a:ext cx="485180" cy="485180"/>
            </a:xfrm>
            <a:prstGeom prst="roundRect">
              <a:avLst>
                <a:gd name="adj" fmla="val 188466"/>
              </a:avLst>
            </a:prstGeom>
            <a:solidFill>
              <a:srgbClr val="2D4DF2"/>
            </a:solidFill>
            <a:ln/>
          </p:spPr>
        </p:sp>
        <p:sp>
          <p:nvSpPr>
            <p:cNvPr id="13" name="Text 18">
              <a:extLst>
                <a:ext uri="{FF2B5EF4-FFF2-40B4-BE49-F238E27FC236}">
                  <a16:creationId xmlns:a16="http://schemas.microsoft.com/office/drawing/2014/main" id="{0C34AB51-7FF4-E8E8-ABB6-9F0B48FCD53C}"/>
                </a:ext>
              </a:extLst>
            </p:cNvPr>
            <p:cNvSpPr/>
            <p:nvPr/>
          </p:nvSpPr>
          <p:spPr>
            <a:xfrm>
              <a:off x="365521" y="4462020"/>
              <a:ext cx="3792141" cy="237768"/>
            </a:xfrm>
            <a:prstGeom prst="rect">
              <a:avLst/>
            </a:prstGeom>
            <a:noFill/>
            <a:ln/>
          </p:spPr>
          <p:txBody>
            <a:bodyPr wrap="none" lIns="0" tIns="0" rIns="0" bIns="0" rtlCol="0" anchor="t"/>
            <a:lstStyle/>
            <a:p>
              <a:pPr marL="0" indent="0" algn="l">
                <a:lnSpc>
                  <a:spcPts val="1850"/>
                </a:lnSpc>
                <a:buNone/>
              </a:pPr>
              <a:r>
                <a:rPr lang="en-US" sz="1600" dirty="0">
                  <a:solidFill>
                    <a:srgbClr val="FFFFFF"/>
                  </a:solidFill>
                  <a:latin typeface="+mj-lt"/>
                  <a:ea typeface="Nunito Semi Bold" pitchFamily="34" charset="-122"/>
                  <a:cs typeface="Nunito Semi Bold" pitchFamily="34" charset="-120"/>
                </a:rPr>
                <a:t>Goal 9: Industry, Innovation &amp; Infrastructure</a:t>
              </a:r>
              <a:endParaRPr lang="en-US" sz="1600" dirty="0">
                <a:latin typeface="+mj-lt"/>
              </a:endParaRPr>
            </a:p>
          </p:txBody>
        </p:sp>
        <p:sp>
          <p:nvSpPr>
            <p:cNvPr id="14" name="Text 19">
              <a:extLst>
                <a:ext uri="{FF2B5EF4-FFF2-40B4-BE49-F238E27FC236}">
                  <a16:creationId xmlns:a16="http://schemas.microsoft.com/office/drawing/2014/main" id="{BA3C6088-9F30-49FA-1DE1-419B9EE07E61}"/>
                </a:ext>
              </a:extLst>
            </p:cNvPr>
            <p:cNvSpPr/>
            <p:nvPr/>
          </p:nvSpPr>
          <p:spPr>
            <a:xfrm>
              <a:off x="374332" y="4829033"/>
              <a:ext cx="3968591" cy="776526"/>
            </a:xfrm>
            <a:prstGeom prst="rect">
              <a:avLst/>
            </a:prstGeom>
            <a:noFill/>
            <a:ln/>
          </p:spPr>
          <p:txBody>
            <a:bodyPr wrap="square" lIns="0" tIns="0" rIns="0" bIns="0" rtlCol="0" anchor="t"/>
            <a:lstStyle/>
            <a:p>
              <a:pPr marL="0" indent="0" algn="l">
                <a:lnSpc>
                  <a:spcPts val="2000"/>
                </a:lnSpc>
                <a:buNone/>
              </a:pPr>
              <a:r>
                <a:rPr lang="en-US" dirty="0">
                  <a:solidFill>
                    <a:srgbClr val="FFFFFF"/>
                  </a:solidFill>
                  <a:latin typeface="+mn-lt"/>
                  <a:ea typeface="PT Sans" pitchFamily="34" charset="-122"/>
                  <a:cs typeface="PT Sans" pitchFamily="34" charset="-120"/>
                </a:rPr>
                <a:t>AegisMind fosters resilient infrastructure by providing advanced cyber defense, enabling innovation without security compromise.</a:t>
              </a:r>
              <a:endParaRPr lang="en-US" dirty="0">
                <a:latin typeface="+mn-lt"/>
              </a:endParaRPr>
            </a:p>
          </p:txBody>
        </p:sp>
        <p:pic>
          <p:nvPicPr>
            <p:cNvPr id="15" name="Image 0" descr="preencoded.png">
              <a:extLst>
                <a:ext uri="{FF2B5EF4-FFF2-40B4-BE49-F238E27FC236}">
                  <a16:creationId xmlns:a16="http://schemas.microsoft.com/office/drawing/2014/main" id="{3222FF0F-C012-E1A4-6790-89F1862E3D14}"/>
                </a:ext>
              </a:extLst>
            </p:cNvPr>
            <p:cNvPicPr>
              <a:picLocks noChangeAspect="1"/>
            </p:cNvPicPr>
            <p:nvPr/>
          </p:nvPicPr>
          <p:blipFill>
            <a:blip r:embed="rId3"/>
            <a:stretch>
              <a:fillRect/>
            </a:stretch>
          </p:blipFill>
          <p:spPr>
            <a:xfrm>
              <a:off x="2261592" y="4084831"/>
              <a:ext cx="194072" cy="242530"/>
            </a:xfrm>
            <a:prstGeom prst="rect">
              <a:avLst/>
            </a:prstGeom>
          </p:spPr>
        </p:pic>
      </p:grpSp>
      <p:grpSp>
        <p:nvGrpSpPr>
          <p:cNvPr id="22" name="Group 21">
            <a:extLst>
              <a:ext uri="{FF2B5EF4-FFF2-40B4-BE49-F238E27FC236}">
                <a16:creationId xmlns:a16="http://schemas.microsoft.com/office/drawing/2014/main" id="{90D265FB-411D-D1B7-D71C-7636F2A16527}"/>
              </a:ext>
            </a:extLst>
          </p:cNvPr>
          <p:cNvGrpSpPr/>
          <p:nvPr/>
        </p:nvGrpSpPr>
        <p:grpSpPr>
          <a:xfrm>
            <a:off x="5140474" y="3427395"/>
            <a:ext cx="4337685" cy="1942743"/>
            <a:chOff x="5040312" y="3865161"/>
            <a:chExt cx="4337685" cy="1942743"/>
          </a:xfrm>
        </p:grpSpPr>
        <p:sp>
          <p:nvSpPr>
            <p:cNvPr id="16" name="Shape 20">
              <a:extLst>
                <a:ext uri="{FF2B5EF4-FFF2-40B4-BE49-F238E27FC236}">
                  <a16:creationId xmlns:a16="http://schemas.microsoft.com/office/drawing/2014/main" id="{0F845E2A-5A44-359F-EF4F-15BADF643954}"/>
                </a:ext>
              </a:extLst>
            </p:cNvPr>
            <p:cNvSpPr/>
            <p:nvPr/>
          </p:nvSpPr>
          <p:spPr>
            <a:xfrm>
              <a:off x="5040312" y="4107691"/>
              <a:ext cx="4337685" cy="1700213"/>
            </a:xfrm>
            <a:prstGeom prst="roundRect">
              <a:avLst>
                <a:gd name="adj" fmla="val 6454"/>
              </a:avLst>
            </a:prstGeom>
            <a:solidFill>
              <a:srgbClr val="0A0A0A">
                <a:alpha val="75000"/>
              </a:srgbClr>
            </a:solidFill>
            <a:ln/>
          </p:spPr>
        </p:sp>
        <p:sp>
          <p:nvSpPr>
            <p:cNvPr id="17" name="Shape 21">
              <a:extLst>
                <a:ext uri="{FF2B5EF4-FFF2-40B4-BE49-F238E27FC236}">
                  <a16:creationId xmlns:a16="http://schemas.microsoft.com/office/drawing/2014/main" id="{A772116F-BD1C-64A3-001B-8F5DF0FB3F48}"/>
                </a:ext>
              </a:extLst>
            </p:cNvPr>
            <p:cNvSpPr/>
            <p:nvPr/>
          </p:nvSpPr>
          <p:spPr>
            <a:xfrm>
              <a:off x="5040312" y="4084831"/>
              <a:ext cx="4337685" cy="91440"/>
            </a:xfrm>
            <a:prstGeom prst="roundRect">
              <a:avLst>
                <a:gd name="adj" fmla="val 265355"/>
              </a:avLst>
            </a:prstGeom>
            <a:solidFill>
              <a:srgbClr val="018CE1"/>
            </a:solidFill>
            <a:ln/>
          </p:spPr>
        </p:sp>
        <p:sp>
          <p:nvSpPr>
            <p:cNvPr id="18" name="Shape 22">
              <a:extLst>
                <a:ext uri="{FF2B5EF4-FFF2-40B4-BE49-F238E27FC236}">
                  <a16:creationId xmlns:a16="http://schemas.microsoft.com/office/drawing/2014/main" id="{9B95749C-93A2-87EB-BCC6-3CC41FF0C866}"/>
                </a:ext>
              </a:extLst>
            </p:cNvPr>
            <p:cNvSpPr/>
            <p:nvPr/>
          </p:nvSpPr>
          <p:spPr>
            <a:xfrm>
              <a:off x="6966564" y="3865161"/>
              <a:ext cx="485180" cy="485180"/>
            </a:xfrm>
            <a:prstGeom prst="roundRect">
              <a:avLst>
                <a:gd name="adj" fmla="val 188466"/>
              </a:avLst>
            </a:prstGeom>
            <a:solidFill>
              <a:srgbClr val="018CE1"/>
            </a:solidFill>
            <a:ln/>
          </p:spPr>
        </p:sp>
        <p:pic>
          <p:nvPicPr>
            <p:cNvPr id="19" name="Image 1" descr="preencoded.png">
              <a:extLst>
                <a:ext uri="{FF2B5EF4-FFF2-40B4-BE49-F238E27FC236}">
                  <a16:creationId xmlns:a16="http://schemas.microsoft.com/office/drawing/2014/main" id="{D38E194C-2E5F-DAF2-569F-1BEA4BE18110}"/>
                </a:ext>
              </a:extLst>
            </p:cNvPr>
            <p:cNvPicPr>
              <a:picLocks noChangeAspect="1"/>
            </p:cNvPicPr>
            <p:nvPr/>
          </p:nvPicPr>
          <p:blipFill>
            <a:blip r:embed="rId4"/>
            <a:stretch>
              <a:fillRect/>
            </a:stretch>
          </p:blipFill>
          <p:spPr>
            <a:xfrm>
              <a:off x="7112059" y="3986486"/>
              <a:ext cx="194072" cy="242530"/>
            </a:xfrm>
            <a:prstGeom prst="rect">
              <a:avLst/>
            </a:prstGeom>
          </p:spPr>
        </p:pic>
        <p:sp>
          <p:nvSpPr>
            <p:cNvPr id="20" name="Text 23">
              <a:extLst>
                <a:ext uri="{FF2B5EF4-FFF2-40B4-BE49-F238E27FC236}">
                  <a16:creationId xmlns:a16="http://schemas.microsoft.com/office/drawing/2014/main" id="{77A65EF9-D0B6-2047-5A5E-E4E7019CF5AB}"/>
                </a:ext>
              </a:extLst>
            </p:cNvPr>
            <p:cNvSpPr/>
            <p:nvPr/>
          </p:nvSpPr>
          <p:spPr>
            <a:xfrm>
              <a:off x="5224858" y="4424516"/>
              <a:ext cx="3803213" cy="237768"/>
            </a:xfrm>
            <a:prstGeom prst="rect">
              <a:avLst/>
            </a:prstGeom>
            <a:noFill/>
            <a:ln/>
          </p:spPr>
          <p:txBody>
            <a:bodyPr wrap="none" lIns="0" tIns="0" rIns="0" bIns="0" rtlCol="0" anchor="t"/>
            <a:lstStyle/>
            <a:p>
              <a:pPr marL="0" indent="0" algn="l">
                <a:lnSpc>
                  <a:spcPts val="1850"/>
                </a:lnSpc>
                <a:buNone/>
              </a:pPr>
              <a:r>
                <a:rPr lang="en-US" sz="1600" dirty="0">
                  <a:solidFill>
                    <a:srgbClr val="FFFFFF"/>
                  </a:solidFill>
                  <a:latin typeface="+mj-lt"/>
                  <a:ea typeface="Nunito Semi Bold" pitchFamily="34" charset="-122"/>
                  <a:cs typeface="Nunito Semi Bold" pitchFamily="34" charset="-120"/>
                </a:rPr>
                <a:t>Goal 16: Peace, Justice &amp; Strong Institutions</a:t>
              </a:r>
              <a:endParaRPr lang="en-US" sz="1600" dirty="0">
                <a:latin typeface="+mj-lt"/>
              </a:endParaRPr>
            </a:p>
          </p:txBody>
        </p:sp>
        <p:sp>
          <p:nvSpPr>
            <p:cNvPr id="21" name="Text 24">
              <a:extLst>
                <a:ext uri="{FF2B5EF4-FFF2-40B4-BE49-F238E27FC236}">
                  <a16:creationId xmlns:a16="http://schemas.microsoft.com/office/drawing/2014/main" id="{E8642476-9111-B484-4256-2E9881A869CA}"/>
                </a:ext>
              </a:extLst>
            </p:cNvPr>
            <p:cNvSpPr/>
            <p:nvPr/>
          </p:nvSpPr>
          <p:spPr>
            <a:xfrm>
              <a:off x="5224858" y="4745401"/>
              <a:ext cx="3968591" cy="776526"/>
            </a:xfrm>
            <a:prstGeom prst="rect">
              <a:avLst/>
            </a:prstGeom>
            <a:noFill/>
            <a:ln/>
          </p:spPr>
          <p:txBody>
            <a:bodyPr wrap="square" lIns="0" tIns="0" rIns="0" bIns="0" rtlCol="0" anchor="t"/>
            <a:lstStyle/>
            <a:p>
              <a:pPr marL="0" indent="0" algn="l">
                <a:lnSpc>
                  <a:spcPts val="2000"/>
                </a:lnSpc>
                <a:buNone/>
              </a:pPr>
              <a:r>
                <a:rPr lang="en-US" dirty="0">
                  <a:solidFill>
                    <a:srgbClr val="FFFFFF"/>
                  </a:solidFill>
                  <a:latin typeface="+mn-lt"/>
                  <a:ea typeface="PT Sans" pitchFamily="34" charset="-122"/>
                  <a:cs typeface="PT Sans" pitchFamily="34" charset="-120"/>
                </a:rPr>
                <a:t>By securing digital systems, AegisMind contributes to stable, secure institutions and a more peaceful cyberspace.</a:t>
              </a:r>
              <a:endParaRPr lang="en-US" dirty="0">
                <a:latin typeface="+mn-lt"/>
              </a:endParaRPr>
            </a:p>
          </p:txBody>
        </p:sp>
      </p:grpSp>
      <p:grpSp>
        <p:nvGrpSpPr>
          <p:cNvPr id="30" name="Group 29">
            <a:extLst>
              <a:ext uri="{FF2B5EF4-FFF2-40B4-BE49-F238E27FC236}">
                <a16:creationId xmlns:a16="http://schemas.microsoft.com/office/drawing/2014/main" id="{F42D6009-E6AC-EE9A-24E7-700DA1C9170E}"/>
              </a:ext>
            </a:extLst>
          </p:cNvPr>
          <p:cNvGrpSpPr/>
          <p:nvPr/>
        </p:nvGrpSpPr>
        <p:grpSpPr>
          <a:xfrm>
            <a:off x="2729041" y="5370138"/>
            <a:ext cx="4337685" cy="1942743"/>
            <a:chOff x="9645729" y="5844421"/>
            <a:chExt cx="4337685" cy="1942743"/>
          </a:xfrm>
        </p:grpSpPr>
        <p:sp>
          <p:nvSpPr>
            <p:cNvPr id="24" name="Shape 25">
              <a:extLst>
                <a:ext uri="{FF2B5EF4-FFF2-40B4-BE49-F238E27FC236}">
                  <a16:creationId xmlns:a16="http://schemas.microsoft.com/office/drawing/2014/main" id="{548CBDAD-57B5-79D4-2D22-7FEC7DA78D74}"/>
                </a:ext>
              </a:extLst>
            </p:cNvPr>
            <p:cNvSpPr/>
            <p:nvPr/>
          </p:nvSpPr>
          <p:spPr>
            <a:xfrm>
              <a:off x="9645729" y="6086951"/>
              <a:ext cx="4337685" cy="1700213"/>
            </a:xfrm>
            <a:prstGeom prst="roundRect">
              <a:avLst>
                <a:gd name="adj" fmla="val 6454"/>
              </a:avLst>
            </a:prstGeom>
            <a:solidFill>
              <a:srgbClr val="0A0A0A">
                <a:alpha val="75000"/>
              </a:srgbClr>
            </a:solidFill>
            <a:ln/>
          </p:spPr>
        </p:sp>
        <p:sp>
          <p:nvSpPr>
            <p:cNvPr id="25" name="Shape 26">
              <a:extLst>
                <a:ext uri="{FF2B5EF4-FFF2-40B4-BE49-F238E27FC236}">
                  <a16:creationId xmlns:a16="http://schemas.microsoft.com/office/drawing/2014/main" id="{9BAED16F-5C72-3FD3-EEB1-C60B75276A47}"/>
                </a:ext>
              </a:extLst>
            </p:cNvPr>
            <p:cNvSpPr/>
            <p:nvPr/>
          </p:nvSpPr>
          <p:spPr>
            <a:xfrm>
              <a:off x="9645729" y="6064091"/>
              <a:ext cx="4337685" cy="91440"/>
            </a:xfrm>
            <a:prstGeom prst="roundRect">
              <a:avLst>
                <a:gd name="adj" fmla="val 265355"/>
              </a:avLst>
            </a:prstGeom>
            <a:solidFill>
              <a:srgbClr val="DA33BF"/>
            </a:solidFill>
            <a:ln/>
          </p:spPr>
        </p:sp>
        <p:sp>
          <p:nvSpPr>
            <p:cNvPr id="26" name="Shape 27">
              <a:extLst>
                <a:ext uri="{FF2B5EF4-FFF2-40B4-BE49-F238E27FC236}">
                  <a16:creationId xmlns:a16="http://schemas.microsoft.com/office/drawing/2014/main" id="{B78CD38A-3EFE-0634-9075-4DC010D2A095}"/>
                </a:ext>
              </a:extLst>
            </p:cNvPr>
            <p:cNvSpPr/>
            <p:nvPr/>
          </p:nvSpPr>
          <p:spPr>
            <a:xfrm>
              <a:off x="11571982" y="5844421"/>
              <a:ext cx="485180" cy="485180"/>
            </a:xfrm>
            <a:prstGeom prst="roundRect">
              <a:avLst>
                <a:gd name="adj" fmla="val 188466"/>
              </a:avLst>
            </a:prstGeom>
            <a:solidFill>
              <a:srgbClr val="DA33BF"/>
            </a:solidFill>
            <a:ln/>
          </p:spPr>
        </p:sp>
        <p:pic>
          <p:nvPicPr>
            <p:cNvPr id="27" name="Image 2" descr="preencoded.png">
              <a:extLst>
                <a:ext uri="{FF2B5EF4-FFF2-40B4-BE49-F238E27FC236}">
                  <a16:creationId xmlns:a16="http://schemas.microsoft.com/office/drawing/2014/main" id="{80EEA3CB-B7DD-036D-0607-8BE21D0CA6FB}"/>
                </a:ext>
              </a:extLst>
            </p:cNvPr>
            <p:cNvPicPr>
              <a:picLocks noChangeAspect="1"/>
            </p:cNvPicPr>
            <p:nvPr/>
          </p:nvPicPr>
          <p:blipFill>
            <a:blip r:embed="rId5"/>
            <a:stretch>
              <a:fillRect/>
            </a:stretch>
          </p:blipFill>
          <p:spPr>
            <a:xfrm>
              <a:off x="11717476" y="5965746"/>
              <a:ext cx="194072" cy="242530"/>
            </a:xfrm>
            <a:prstGeom prst="rect">
              <a:avLst/>
            </a:prstGeom>
          </p:spPr>
        </p:pic>
        <p:sp>
          <p:nvSpPr>
            <p:cNvPr id="28" name="Text 28">
              <a:extLst>
                <a:ext uri="{FF2B5EF4-FFF2-40B4-BE49-F238E27FC236}">
                  <a16:creationId xmlns:a16="http://schemas.microsoft.com/office/drawing/2014/main" id="{15A2B0C2-58FE-0F83-22E5-F0E87052CE18}"/>
                </a:ext>
              </a:extLst>
            </p:cNvPr>
            <p:cNvSpPr/>
            <p:nvPr/>
          </p:nvSpPr>
          <p:spPr>
            <a:xfrm>
              <a:off x="9851410" y="6359544"/>
              <a:ext cx="2205752" cy="237768"/>
            </a:xfrm>
            <a:prstGeom prst="rect">
              <a:avLst/>
            </a:prstGeom>
            <a:noFill/>
            <a:ln/>
          </p:spPr>
          <p:txBody>
            <a:bodyPr wrap="none" lIns="0" tIns="0" rIns="0" bIns="0" rtlCol="0" anchor="t"/>
            <a:lstStyle/>
            <a:p>
              <a:pPr marL="0" indent="0" algn="l">
                <a:lnSpc>
                  <a:spcPts val="1850"/>
                </a:lnSpc>
                <a:buNone/>
              </a:pPr>
              <a:r>
                <a:rPr lang="en-US" sz="1600" dirty="0">
                  <a:solidFill>
                    <a:srgbClr val="FFFFFF"/>
                  </a:solidFill>
                  <a:latin typeface="+mj-lt"/>
                  <a:ea typeface="Nunito Semi Bold" pitchFamily="34" charset="-122"/>
                  <a:cs typeface="Nunito Semi Bold" pitchFamily="34" charset="-120"/>
                </a:rPr>
                <a:t>Goal 4: Quality Education</a:t>
              </a:r>
              <a:endParaRPr lang="en-US" sz="1600" dirty="0">
                <a:latin typeface="+mj-lt"/>
              </a:endParaRPr>
            </a:p>
          </p:txBody>
        </p:sp>
        <p:sp>
          <p:nvSpPr>
            <p:cNvPr id="29" name="Text 29">
              <a:extLst>
                <a:ext uri="{FF2B5EF4-FFF2-40B4-BE49-F238E27FC236}">
                  <a16:creationId xmlns:a16="http://schemas.microsoft.com/office/drawing/2014/main" id="{5432CCE9-6477-D099-B1EC-2F86B5FD9D8A}"/>
                </a:ext>
              </a:extLst>
            </p:cNvPr>
            <p:cNvSpPr/>
            <p:nvPr/>
          </p:nvSpPr>
          <p:spPr>
            <a:xfrm>
              <a:off x="9830216" y="6635829"/>
              <a:ext cx="3968591" cy="776526"/>
            </a:xfrm>
            <a:prstGeom prst="rect">
              <a:avLst/>
            </a:prstGeom>
            <a:noFill/>
            <a:ln/>
          </p:spPr>
          <p:txBody>
            <a:bodyPr wrap="square" lIns="0" tIns="0" rIns="0" bIns="0" rtlCol="0" anchor="t"/>
            <a:lstStyle/>
            <a:p>
              <a:pPr marL="0" indent="0" algn="l">
                <a:lnSpc>
                  <a:spcPts val="2000"/>
                </a:lnSpc>
                <a:buNone/>
              </a:pPr>
              <a:r>
                <a:rPr lang="en-US" dirty="0">
                  <a:solidFill>
                    <a:srgbClr val="FFFFFF"/>
                  </a:solidFill>
                  <a:latin typeface="+mn-lt"/>
                  <a:ea typeface="PT Sans" pitchFamily="34" charset="-122"/>
                  <a:cs typeface="PT Sans" pitchFamily="34" charset="-120"/>
                </a:rPr>
                <a:t>AegisMind's adaptive learning capabilities implicitly contribute to knowledge systems, securing educational digital platforms and data.</a:t>
              </a:r>
              <a:endParaRPr lang="en-US" dirty="0">
                <a:latin typeface="+mn-l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0"/>
        <p:cNvGrpSpPr/>
        <p:nvPr/>
      </p:nvGrpSpPr>
      <p:grpSpPr>
        <a:xfrm>
          <a:off x="0" y="0"/>
          <a:ext cx="0" cy="0"/>
          <a:chOff x="0" y="0"/>
          <a:chExt cx="0" cy="0"/>
        </a:xfrm>
      </p:grpSpPr>
      <p:pic>
        <p:nvPicPr>
          <p:cNvPr id="7" name="Picture 6" descr="A diagram of a flowchart&#10;&#10;AI-generated content may be incorrect.">
            <a:extLst>
              <a:ext uri="{FF2B5EF4-FFF2-40B4-BE49-F238E27FC236}">
                <a16:creationId xmlns:a16="http://schemas.microsoft.com/office/drawing/2014/main" id="{8AFD3FD6-C8BA-3371-3B03-A20D57853AF0}"/>
              </a:ext>
            </a:extLst>
          </p:cNvPr>
          <p:cNvPicPr>
            <a:picLocks noChangeAspect="1"/>
          </p:cNvPicPr>
          <p:nvPr/>
        </p:nvPicPr>
        <p:blipFill>
          <a:blip r:embed="rId3"/>
          <a:stretch>
            <a:fillRect/>
          </a:stretch>
        </p:blipFill>
        <p:spPr>
          <a:xfrm>
            <a:off x="-1" y="-15934"/>
            <a:ext cx="10125061" cy="7693991"/>
          </a:xfrm>
          <a:prstGeom prst="rect">
            <a:avLst/>
          </a:prstGeom>
          <a:solidFill>
            <a:schemeClr val="bg1"/>
          </a:solidFill>
          <a:ln>
            <a:solidFill>
              <a:schemeClr val="bg1"/>
            </a:solidFill>
          </a:ln>
        </p:spPr>
      </p:pic>
      <p:sp>
        <p:nvSpPr>
          <p:cNvPr id="311" name="Google Shape;311;p2"/>
          <p:cNvSpPr txBox="1"/>
          <p:nvPr/>
        </p:nvSpPr>
        <p:spPr>
          <a:xfrm>
            <a:off x="212951" y="-409575"/>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Overview of </a:t>
            </a:r>
            <a:r>
              <a:rPr lang="en-US" sz="3600" b="1" i="0" u="none" strike="noStrike" cap="none" dirty="0">
                <a:solidFill>
                  <a:srgbClr val="000000"/>
                </a:solidFill>
                <a:latin typeface="Times New Roman"/>
                <a:ea typeface="Times New Roman"/>
                <a:cs typeface="Times New Roman"/>
                <a:sym typeface="Times New Roman"/>
              </a:rPr>
              <a:t>System Design</a:t>
            </a:r>
            <a:endParaRPr sz="14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1EB64B36-F13F-C68A-9CA8-A2F6F3841183}"/>
              </a:ext>
            </a:extLst>
          </p:cNvPr>
          <p:cNvSpPr/>
          <p:nvPr/>
        </p:nvSpPr>
        <p:spPr>
          <a:xfrm>
            <a:off x="6454588" y="3259567"/>
            <a:ext cx="2097741" cy="677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97132CC-D8DC-BB89-1612-E752B3D6CF3A}"/>
              </a:ext>
            </a:extLst>
          </p:cNvPr>
          <p:cNvSpPr/>
          <p:nvPr/>
        </p:nvSpPr>
        <p:spPr>
          <a:xfrm>
            <a:off x="5981252" y="2796988"/>
            <a:ext cx="473336" cy="2581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A6130385-5D75-D42C-B616-551F68B9334A}"/>
              </a:ext>
            </a:extLst>
          </p:cNvPr>
          <p:cNvCxnSpPr>
            <a:cxnSpLocks/>
          </p:cNvCxnSpPr>
          <p:nvPr/>
        </p:nvCxnSpPr>
        <p:spPr>
          <a:xfrm>
            <a:off x="5787614" y="2033195"/>
            <a:ext cx="193638" cy="32273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579A09B7-53C4-CAE7-6356-9CFC51BF52C4}"/>
                  </a:ext>
                </a:extLst>
              </p14:cNvPr>
              <p14:cNvContentPartPr/>
              <p14:nvPr/>
            </p14:nvContentPartPr>
            <p14:xfrm>
              <a:off x="5776454" y="2119426"/>
              <a:ext cx="145440" cy="138240"/>
            </p14:xfrm>
          </p:contentPart>
        </mc:Choice>
        <mc:Fallback xmlns="">
          <p:pic>
            <p:nvPicPr>
              <p:cNvPr id="18" name="Ink 17">
                <a:extLst>
                  <a:ext uri="{FF2B5EF4-FFF2-40B4-BE49-F238E27FC236}">
                    <a16:creationId xmlns:a16="http://schemas.microsoft.com/office/drawing/2014/main" id="{579A09B7-53C4-CAE7-6356-9CFC51BF52C4}"/>
                  </a:ext>
                </a:extLst>
              </p:cNvPr>
              <p:cNvPicPr/>
              <p:nvPr/>
            </p:nvPicPr>
            <p:blipFill>
              <a:blip r:embed="rId5"/>
              <a:stretch>
                <a:fillRect/>
              </a:stretch>
            </p:blipFill>
            <p:spPr>
              <a:xfrm>
                <a:off x="5713814" y="2056426"/>
                <a:ext cx="27108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78A8D3F1-76A8-8E2C-0EE2-2D672502BD2F}"/>
                  </a:ext>
                </a:extLst>
              </p14:cNvPr>
              <p14:cNvContentPartPr/>
              <p14:nvPr/>
            </p14:nvContentPartPr>
            <p14:xfrm>
              <a:off x="6303494" y="3023026"/>
              <a:ext cx="360" cy="360"/>
            </p14:xfrm>
          </p:contentPart>
        </mc:Choice>
        <mc:Fallback xmlns="">
          <p:pic>
            <p:nvPicPr>
              <p:cNvPr id="19" name="Ink 18">
                <a:extLst>
                  <a:ext uri="{FF2B5EF4-FFF2-40B4-BE49-F238E27FC236}">
                    <a16:creationId xmlns:a16="http://schemas.microsoft.com/office/drawing/2014/main" id="{78A8D3F1-76A8-8E2C-0EE2-2D672502BD2F}"/>
                  </a:ext>
                </a:extLst>
              </p:cNvPr>
              <p:cNvPicPr/>
              <p:nvPr/>
            </p:nvPicPr>
            <p:blipFill>
              <a:blip r:embed="rId7"/>
              <a:stretch>
                <a:fillRect/>
              </a:stretch>
            </p:blipFill>
            <p:spPr>
              <a:xfrm>
                <a:off x="6240854" y="2960026"/>
                <a:ext cx="126000" cy="126000"/>
              </a:xfrm>
              <a:prstGeom prst="rect">
                <a:avLst/>
              </a:prstGeom>
            </p:spPr>
          </p:pic>
        </mc:Fallback>
      </mc:AlternateContent>
      <p:sp>
        <p:nvSpPr>
          <p:cNvPr id="4" name="Rectangle 3">
            <a:extLst>
              <a:ext uri="{FF2B5EF4-FFF2-40B4-BE49-F238E27FC236}">
                <a16:creationId xmlns:a16="http://schemas.microsoft.com/office/drawing/2014/main" id="{B889F86C-1FD0-D1D3-55E5-3C19717FCA97}"/>
              </a:ext>
            </a:extLst>
          </p:cNvPr>
          <p:cNvSpPr/>
          <p:nvPr/>
        </p:nvSpPr>
        <p:spPr>
          <a:xfrm>
            <a:off x="6454588" y="2452744"/>
            <a:ext cx="2095941" cy="8057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6AC1EA55-6793-17C2-7260-74A3988DFC13}"/>
              </a:ext>
            </a:extLst>
          </p:cNvPr>
          <p:cNvGrpSpPr/>
          <p:nvPr/>
        </p:nvGrpSpPr>
        <p:grpSpPr>
          <a:xfrm>
            <a:off x="5916494" y="2108266"/>
            <a:ext cx="269640" cy="183240"/>
            <a:chOff x="5916494" y="2108266"/>
            <a:chExt cx="269640" cy="183240"/>
          </a:xfrm>
        </p:grpSpPr>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13D1FAB5-5C57-F248-CC16-FDA7BA472A6E}"/>
                    </a:ext>
                  </a:extLst>
                </p14:cNvPr>
                <p14:cNvContentPartPr/>
                <p14:nvPr/>
              </p14:nvContentPartPr>
              <p14:xfrm>
                <a:off x="5916494" y="2108266"/>
                <a:ext cx="360" cy="360"/>
              </p14:xfrm>
            </p:contentPart>
          </mc:Choice>
          <mc:Fallback>
            <p:pic>
              <p:nvPicPr>
                <p:cNvPr id="8" name="Ink 7">
                  <a:extLst>
                    <a:ext uri="{FF2B5EF4-FFF2-40B4-BE49-F238E27FC236}">
                      <a16:creationId xmlns:a16="http://schemas.microsoft.com/office/drawing/2014/main" id="{13D1FAB5-5C57-F248-CC16-FDA7BA472A6E}"/>
                    </a:ext>
                  </a:extLst>
                </p:cNvPr>
                <p:cNvPicPr/>
                <p:nvPr/>
              </p:nvPicPr>
              <p:blipFill>
                <a:blip r:embed="rId9"/>
                <a:stretch>
                  <a:fillRect/>
                </a:stretch>
              </p:blipFill>
              <p:spPr>
                <a:xfrm>
                  <a:off x="5853494" y="2045266"/>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40FBAE62-5577-8F3F-CC1F-B03ACD9FD945}"/>
                    </a:ext>
                  </a:extLst>
                </p14:cNvPr>
                <p14:cNvContentPartPr/>
                <p14:nvPr/>
              </p14:nvContentPartPr>
              <p14:xfrm>
                <a:off x="6013334" y="2140666"/>
                <a:ext cx="360" cy="360"/>
              </p14:xfrm>
            </p:contentPart>
          </mc:Choice>
          <mc:Fallback>
            <p:pic>
              <p:nvPicPr>
                <p:cNvPr id="9" name="Ink 8">
                  <a:extLst>
                    <a:ext uri="{FF2B5EF4-FFF2-40B4-BE49-F238E27FC236}">
                      <a16:creationId xmlns:a16="http://schemas.microsoft.com/office/drawing/2014/main" id="{40FBAE62-5577-8F3F-CC1F-B03ACD9FD945}"/>
                    </a:ext>
                  </a:extLst>
                </p:cNvPr>
                <p:cNvPicPr/>
                <p:nvPr/>
              </p:nvPicPr>
              <p:blipFill>
                <a:blip r:embed="rId9"/>
                <a:stretch>
                  <a:fillRect/>
                </a:stretch>
              </p:blipFill>
              <p:spPr>
                <a:xfrm>
                  <a:off x="5950694" y="2078026"/>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F9E5B72E-50B2-62C3-36D5-A2D1BD5D5C0D}"/>
                    </a:ext>
                  </a:extLst>
                </p14:cNvPr>
                <p14:cNvContentPartPr/>
                <p14:nvPr/>
              </p14:nvContentPartPr>
              <p14:xfrm>
                <a:off x="6109814" y="2205106"/>
                <a:ext cx="360" cy="360"/>
              </p14:xfrm>
            </p:contentPart>
          </mc:Choice>
          <mc:Fallback>
            <p:pic>
              <p:nvPicPr>
                <p:cNvPr id="10" name="Ink 9">
                  <a:extLst>
                    <a:ext uri="{FF2B5EF4-FFF2-40B4-BE49-F238E27FC236}">
                      <a16:creationId xmlns:a16="http://schemas.microsoft.com/office/drawing/2014/main" id="{F9E5B72E-50B2-62C3-36D5-A2D1BD5D5C0D}"/>
                    </a:ext>
                  </a:extLst>
                </p:cNvPr>
                <p:cNvPicPr/>
                <p:nvPr/>
              </p:nvPicPr>
              <p:blipFill>
                <a:blip r:embed="rId12"/>
                <a:stretch>
                  <a:fillRect/>
                </a:stretch>
              </p:blipFill>
              <p:spPr>
                <a:xfrm>
                  <a:off x="6047174" y="2142466"/>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830AC7BA-D176-4CAA-306A-90F3AC9E36FC}"/>
                    </a:ext>
                  </a:extLst>
                </p14:cNvPr>
                <p14:cNvContentPartPr/>
                <p14:nvPr/>
              </p14:nvContentPartPr>
              <p14:xfrm>
                <a:off x="6185774" y="2226706"/>
                <a:ext cx="360" cy="360"/>
              </p14:xfrm>
            </p:contentPart>
          </mc:Choice>
          <mc:Fallback>
            <p:pic>
              <p:nvPicPr>
                <p:cNvPr id="12" name="Ink 11">
                  <a:extLst>
                    <a:ext uri="{FF2B5EF4-FFF2-40B4-BE49-F238E27FC236}">
                      <a16:creationId xmlns:a16="http://schemas.microsoft.com/office/drawing/2014/main" id="{830AC7BA-D176-4CAA-306A-90F3AC9E36FC}"/>
                    </a:ext>
                  </a:extLst>
                </p:cNvPr>
                <p:cNvPicPr/>
                <p:nvPr/>
              </p:nvPicPr>
              <p:blipFill>
                <a:blip r:embed="rId9"/>
                <a:stretch>
                  <a:fillRect/>
                </a:stretch>
              </p:blipFill>
              <p:spPr>
                <a:xfrm>
                  <a:off x="6122774" y="2163706"/>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79A4D26D-B454-AAE7-AABA-61094E48644B}"/>
                    </a:ext>
                  </a:extLst>
                </p14:cNvPr>
                <p14:cNvContentPartPr/>
                <p14:nvPr/>
              </p14:nvContentPartPr>
              <p14:xfrm>
                <a:off x="6067334" y="2291146"/>
                <a:ext cx="360" cy="360"/>
              </p14:xfrm>
            </p:contentPart>
          </mc:Choice>
          <mc:Fallback>
            <p:pic>
              <p:nvPicPr>
                <p:cNvPr id="14" name="Ink 13">
                  <a:extLst>
                    <a:ext uri="{FF2B5EF4-FFF2-40B4-BE49-F238E27FC236}">
                      <a16:creationId xmlns:a16="http://schemas.microsoft.com/office/drawing/2014/main" id="{79A4D26D-B454-AAE7-AABA-61094E48644B}"/>
                    </a:ext>
                  </a:extLst>
                </p:cNvPr>
                <p:cNvPicPr/>
                <p:nvPr/>
              </p:nvPicPr>
              <p:blipFill>
                <a:blip r:embed="rId9"/>
                <a:stretch>
                  <a:fillRect/>
                </a:stretch>
              </p:blipFill>
              <p:spPr>
                <a:xfrm>
                  <a:off x="6004334" y="2228146"/>
                  <a:ext cx="126000" cy="12600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D7C7-0E0A-0EBC-ACC1-AA5728CBCB96}"/>
              </a:ext>
            </a:extLst>
          </p:cNvPr>
          <p:cNvSpPr>
            <a:spLocks noGrp="1"/>
          </p:cNvSpPr>
          <p:nvPr>
            <p:ph type="title"/>
          </p:nvPr>
        </p:nvSpPr>
        <p:spPr>
          <a:xfrm>
            <a:off x="671512" y="671512"/>
            <a:ext cx="6997800" cy="813043"/>
          </a:xfrm>
        </p:spPr>
        <p:txBody>
          <a:bodyPr/>
          <a:lstStyle/>
          <a:p>
            <a:r>
              <a:rPr lang="en-US" b="1" dirty="0">
                <a:solidFill>
                  <a:schemeClr val="tx1"/>
                </a:solidFill>
                <a:latin typeface="Times New Roman" panose="02020603050405020304" pitchFamily="18" charset="0"/>
                <a:cs typeface="Times New Roman" panose="02020603050405020304" pitchFamily="18" charset="0"/>
              </a:rPr>
              <a:t>Implementation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59B2103-E178-D124-D98D-AE5C39B3289F}"/>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863B9E06-3CF4-E297-C53F-CD00E9E1A328}"/>
              </a:ext>
            </a:extLst>
          </p:cNvPr>
          <p:cNvPicPr>
            <a:picLocks noChangeAspect="1"/>
          </p:cNvPicPr>
          <p:nvPr/>
        </p:nvPicPr>
        <p:blipFill>
          <a:blip r:embed="rId2"/>
          <a:stretch>
            <a:fillRect/>
          </a:stretch>
        </p:blipFill>
        <p:spPr>
          <a:xfrm>
            <a:off x="671512" y="1530589"/>
            <a:ext cx="8892036" cy="5357574"/>
          </a:xfrm>
          <a:prstGeom prst="rect">
            <a:avLst/>
          </a:prstGeom>
        </p:spPr>
      </p:pic>
      <p:sp>
        <p:nvSpPr>
          <p:cNvPr id="6" name="TextBox 5">
            <a:extLst>
              <a:ext uri="{FF2B5EF4-FFF2-40B4-BE49-F238E27FC236}">
                <a16:creationId xmlns:a16="http://schemas.microsoft.com/office/drawing/2014/main" id="{A7C0CF8E-9201-C97F-9798-FA79B96537CD}"/>
              </a:ext>
            </a:extLst>
          </p:cNvPr>
          <p:cNvSpPr txBox="1"/>
          <p:nvPr/>
        </p:nvSpPr>
        <p:spPr>
          <a:xfrm>
            <a:off x="3570698" y="6888163"/>
            <a:ext cx="3093664" cy="307777"/>
          </a:xfrm>
          <a:prstGeom prst="rect">
            <a:avLst/>
          </a:prstGeom>
          <a:noFill/>
        </p:spPr>
        <p:txBody>
          <a:bodyPr wrap="square" rtlCol="0">
            <a:spAutoFit/>
          </a:bodyPr>
          <a:lstStyle/>
          <a:p>
            <a:r>
              <a:rPr lang="en-US" dirty="0"/>
              <a:t>LOGIN AND SIGN UP PAGE</a:t>
            </a:r>
            <a:endParaRPr lang="en-IN" dirty="0"/>
          </a:p>
        </p:txBody>
      </p:sp>
    </p:spTree>
    <p:extLst>
      <p:ext uri="{BB962C8B-B14F-4D97-AF65-F5344CB8AC3E}">
        <p14:creationId xmlns:p14="http://schemas.microsoft.com/office/powerpoint/2010/main" val="108175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E90B7-3EFB-29F3-AE6B-83658975175B}"/>
              </a:ext>
            </a:extLst>
          </p:cNvPr>
          <p:cNvPicPr>
            <a:picLocks noChangeAspect="1"/>
          </p:cNvPicPr>
          <p:nvPr/>
        </p:nvPicPr>
        <p:blipFill>
          <a:blip r:embed="rId2"/>
          <a:stretch>
            <a:fillRect/>
          </a:stretch>
        </p:blipFill>
        <p:spPr>
          <a:xfrm>
            <a:off x="565131" y="1279644"/>
            <a:ext cx="8950362" cy="4591410"/>
          </a:xfrm>
          <a:prstGeom prst="rect">
            <a:avLst/>
          </a:prstGeom>
        </p:spPr>
      </p:pic>
      <p:sp>
        <p:nvSpPr>
          <p:cNvPr id="6" name="TextBox 5">
            <a:extLst>
              <a:ext uri="{FF2B5EF4-FFF2-40B4-BE49-F238E27FC236}">
                <a16:creationId xmlns:a16="http://schemas.microsoft.com/office/drawing/2014/main" id="{9CE46B2D-1C8C-BB03-78F8-4F0AA3945F44}"/>
              </a:ext>
            </a:extLst>
          </p:cNvPr>
          <p:cNvSpPr txBox="1"/>
          <p:nvPr/>
        </p:nvSpPr>
        <p:spPr>
          <a:xfrm>
            <a:off x="3017875" y="5871054"/>
            <a:ext cx="5125664" cy="307777"/>
          </a:xfrm>
          <a:prstGeom prst="rect">
            <a:avLst/>
          </a:prstGeom>
          <a:noFill/>
        </p:spPr>
        <p:txBody>
          <a:bodyPr wrap="square" rtlCol="0">
            <a:spAutoFit/>
          </a:bodyPr>
          <a:lstStyle/>
          <a:p>
            <a:r>
              <a:rPr lang="en-US" dirty="0"/>
              <a:t>Dashboard with all details real time thread details</a:t>
            </a:r>
            <a:endParaRPr lang="en-IN" dirty="0"/>
          </a:p>
        </p:txBody>
      </p:sp>
    </p:spTree>
    <p:extLst>
      <p:ext uri="{BB962C8B-B14F-4D97-AF65-F5344CB8AC3E}">
        <p14:creationId xmlns:p14="http://schemas.microsoft.com/office/powerpoint/2010/main" val="2456845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0EB6BB-1E4A-FF57-8084-A5122A1DFA9E}"/>
              </a:ext>
            </a:extLst>
          </p:cNvPr>
          <p:cNvPicPr>
            <a:picLocks noChangeAspect="1"/>
          </p:cNvPicPr>
          <p:nvPr/>
        </p:nvPicPr>
        <p:blipFill>
          <a:blip r:embed="rId2"/>
          <a:stretch>
            <a:fillRect/>
          </a:stretch>
        </p:blipFill>
        <p:spPr>
          <a:xfrm>
            <a:off x="516367" y="1405378"/>
            <a:ext cx="8832028" cy="4748919"/>
          </a:xfrm>
          <a:prstGeom prst="rect">
            <a:avLst/>
          </a:prstGeom>
        </p:spPr>
      </p:pic>
      <p:sp>
        <p:nvSpPr>
          <p:cNvPr id="7" name="TextBox 6">
            <a:extLst>
              <a:ext uri="{FF2B5EF4-FFF2-40B4-BE49-F238E27FC236}">
                <a16:creationId xmlns:a16="http://schemas.microsoft.com/office/drawing/2014/main" id="{813BC1DA-368F-BCBC-32C7-B7BB9F85B2CC}"/>
              </a:ext>
            </a:extLst>
          </p:cNvPr>
          <p:cNvSpPr txBox="1"/>
          <p:nvPr/>
        </p:nvSpPr>
        <p:spPr>
          <a:xfrm>
            <a:off x="4335332" y="6154297"/>
            <a:ext cx="2829261" cy="307777"/>
          </a:xfrm>
          <a:prstGeom prst="rect">
            <a:avLst/>
          </a:prstGeom>
          <a:noFill/>
        </p:spPr>
        <p:txBody>
          <a:bodyPr wrap="square" rtlCol="0">
            <a:spAutoFit/>
          </a:bodyPr>
          <a:lstStyle/>
          <a:p>
            <a:r>
              <a:rPr lang="en-US" dirty="0"/>
              <a:t>All Security Event</a:t>
            </a:r>
            <a:endParaRPr lang="en-IN" dirty="0"/>
          </a:p>
        </p:txBody>
      </p:sp>
    </p:spTree>
    <p:extLst>
      <p:ext uri="{BB962C8B-B14F-4D97-AF65-F5344CB8AC3E}">
        <p14:creationId xmlns:p14="http://schemas.microsoft.com/office/powerpoint/2010/main" val="3816811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F2A06-B9C5-73E1-BAC2-DBEC3908F3E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832CFEB-7269-16A6-BBCC-78B88D0835EA}"/>
              </a:ext>
            </a:extLst>
          </p:cNvPr>
          <p:cNvSpPr txBox="1"/>
          <p:nvPr/>
        </p:nvSpPr>
        <p:spPr>
          <a:xfrm>
            <a:off x="4335332" y="6154297"/>
            <a:ext cx="2829261" cy="307777"/>
          </a:xfrm>
          <a:prstGeom prst="rect">
            <a:avLst/>
          </a:prstGeom>
          <a:noFill/>
        </p:spPr>
        <p:txBody>
          <a:bodyPr wrap="square" rtlCol="0">
            <a:spAutoFit/>
          </a:bodyPr>
          <a:lstStyle/>
          <a:p>
            <a:r>
              <a:rPr lang="en-US" dirty="0"/>
              <a:t>All the </a:t>
            </a:r>
            <a:r>
              <a:rPr lang="en-US" dirty="0" err="1"/>
              <a:t>Analysed</a:t>
            </a:r>
            <a:r>
              <a:rPr lang="en-US" dirty="0"/>
              <a:t> Thread</a:t>
            </a:r>
            <a:endParaRPr lang="en-IN" dirty="0"/>
          </a:p>
        </p:txBody>
      </p:sp>
      <p:pic>
        <p:nvPicPr>
          <p:cNvPr id="1028" name="Picture 4">
            <a:extLst>
              <a:ext uri="{FF2B5EF4-FFF2-40B4-BE49-F238E27FC236}">
                <a16:creationId xmlns:a16="http://schemas.microsoft.com/office/drawing/2014/main" id="{BFED3D9D-BCF1-3595-55FC-642615CA4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732" y="1269403"/>
            <a:ext cx="8601093" cy="456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688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9CC92-6F0B-DF26-4CB6-4EFD8696398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552BCF5-BCBE-AC67-50BD-99E9A6FB1539}"/>
              </a:ext>
            </a:extLst>
          </p:cNvPr>
          <p:cNvSpPr txBox="1"/>
          <p:nvPr/>
        </p:nvSpPr>
        <p:spPr>
          <a:xfrm>
            <a:off x="4335332" y="6154297"/>
            <a:ext cx="2829261" cy="307777"/>
          </a:xfrm>
          <a:prstGeom prst="rect">
            <a:avLst/>
          </a:prstGeom>
          <a:noFill/>
        </p:spPr>
        <p:txBody>
          <a:bodyPr wrap="square" rtlCol="0">
            <a:spAutoFit/>
          </a:bodyPr>
          <a:lstStyle/>
          <a:p>
            <a:r>
              <a:rPr lang="en-US" dirty="0"/>
              <a:t>Detail Analysis</a:t>
            </a:r>
            <a:endParaRPr lang="en-IN" dirty="0"/>
          </a:p>
        </p:txBody>
      </p:sp>
      <p:pic>
        <p:nvPicPr>
          <p:cNvPr id="2050" name="Picture 2">
            <a:extLst>
              <a:ext uri="{FF2B5EF4-FFF2-40B4-BE49-F238E27FC236}">
                <a16:creationId xmlns:a16="http://schemas.microsoft.com/office/drawing/2014/main" id="{1B5F4981-57BF-B861-D393-77C67247E8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551" y="1226373"/>
            <a:ext cx="8778240" cy="4722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81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B538-6272-12C4-C823-C19BFEF8522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CF78B1A-BC4B-A102-2C04-70CCAE42B080}"/>
              </a:ext>
            </a:extLst>
          </p:cNvPr>
          <p:cNvSpPr txBox="1"/>
          <p:nvPr/>
        </p:nvSpPr>
        <p:spPr>
          <a:xfrm>
            <a:off x="4335332" y="6154297"/>
            <a:ext cx="2829261" cy="307777"/>
          </a:xfrm>
          <a:prstGeom prst="rect">
            <a:avLst/>
          </a:prstGeom>
          <a:noFill/>
        </p:spPr>
        <p:txBody>
          <a:bodyPr wrap="square" rtlCol="0">
            <a:spAutoFit/>
          </a:bodyPr>
          <a:lstStyle/>
          <a:p>
            <a:r>
              <a:rPr lang="en-US" dirty="0"/>
              <a:t>Stored thread data</a:t>
            </a:r>
            <a:endParaRPr lang="en-IN" dirty="0"/>
          </a:p>
        </p:txBody>
      </p:sp>
      <p:pic>
        <p:nvPicPr>
          <p:cNvPr id="3074" name="Picture 2">
            <a:extLst>
              <a:ext uri="{FF2B5EF4-FFF2-40B4-BE49-F238E27FC236}">
                <a16:creationId xmlns:a16="http://schemas.microsoft.com/office/drawing/2014/main" id="{887C849F-12A9-2779-23CD-368E48F2B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308" y="1097601"/>
            <a:ext cx="8659906" cy="4754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307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BF196-C201-75E0-7830-E2C6E16423CE}"/>
              </a:ext>
            </a:extLst>
          </p:cNvPr>
          <p:cNvSpPr>
            <a:spLocks noGrp="1"/>
          </p:cNvSpPr>
          <p:nvPr>
            <p:ph type="title"/>
          </p:nvPr>
        </p:nvSpPr>
        <p:spPr>
          <a:xfrm>
            <a:off x="641146" y="183449"/>
            <a:ext cx="5788800" cy="946204"/>
          </a:xfrm>
        </p:spPr>
        <p:txBody>
          <a:bodyPr/>
          <a:lstStyle/>
          <a:p>
            <a:r>
              <a:rPr lang="en-IN" sz="3600" b="1" dirty="0">
                <a:solidFill>
                  <a:srgbClr val="000000"/>
                </a:solidFill>
                <a:latin typeface="Times New Roman"/>
                <a:cs typeface="Times New Roman"/>
                <a:sym typeface="Arial"/>
              </a:rPr>
              <a:t>Literature Review</a:t>
            </a:r>
            <a:endParaRPr lang="en-US" sz="3600" b="1" dirty="0">
              <a:solidFill>
                <a:srgbClr val="000000"/>
              </a:solidFill>
              <a:latin typeface="Times New Roman"/>
              <a:cs typeface="Times New Roman"/>
              <a:sym typeface="Arial"/>
            </a:endParaRPr>
          </a:p>
        </p:txBody>
      </p:sp>
      <p:sp>
        <p:nvSpPr>
          <p:cNvPr id="5" name="Rectangle: Rounded Corners 4">
            <a:extLst>
              <a:ext uri="{FF2B5EF4-FFF2-40B4-BE49-F238E27FC236}">
                <a16:creationId xmlns:a16="http://schemas.microsoft.com/office/drawing/2014/main" id="{4C9C13E3-E21C-EC69-EEE9-68264ED7FB0D}"/>
              </a:ext>
            </a:extLst>
          </p:cNvPr>
          <p:cNvSpPr/>
          <p:nvPr/>
        </p:nvSpPr>
        <p:spPr>
          <a:xfrm>
            <a:off x="123807" y="1129653"/>
            <a:ext cx="9833007" cy="21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1" indent="-342900">
              <a:lnSpc>
                <a:spcPts val="2000"/>
              </a:lnSpc>
              <a:buSzPct val="100000"/>
              <a:buChar char="•"/>
            </a:pPr>
            <a:endParaRPr lang="en-US" sz="2000" dirty="0">
              <a:solidFill>
                <a:schemeClr val="tx1"/>
              </a:solidFill>
              <a:latin typeface="+mn-lt"/>
              <a:ea typeface="PT Sans" pitchFamily="34" charset="-122"/>
              <a:cs typeface="PT Sans" pitchFamily="34" charset="-120"/>
            </a:endParaRPr>
          </a:p>
          <a:p>
            <a:pPr lvl="1">
              <a:lnSpc>
                <a:spcPts val="2000"/>
              </a:lnSpc>
              <a:buSzPct val="100000"/>
            </a:pPr>
            <a:r>
              <a:rPr lang="en-IN" sz="2000" dirty="0">
                <a:solidFill>
                  <a:schemeClr val="tx1"/>
                </a:solidFill>
                <a:latin typeface="+mn-lt"/>
                <a:ea typeface="PT Sans" pitchFamily="34" charset="-122"/>
                <a:cs typeface="PT Sans" pitchFamily="34" charset="-120"/>
              </a:rPr>
              <a:t>“Design of an autonomous cyber defence agent using hybrid </a:t>
            </a:r>
            <a:r>
              <a:rPr lang="en-IN" sz="2000" dirty="0" err="1">
                <a:solidFill>
                  <a:schemeClr val="tx1"/>
                </a:solidFill>
                <a:latin typeface="+mn-lt"/>
                <a:ea typeface="PT Sans" pitchFamily="34" charset="-122"/>
                <a:cs typeface="PT Sans" pitchFamily="34" charset="-120"/>
              </a:rPr>
              <a:t>ai</a:t>
            </a:r>
            <a:r>
              <a:rPr lang="en-IN" sz="2000" dirty="0">
                <a:solidFill>
                  <a:schemeClr val="tx1"/>
                </a:solidFill>
                <a:latin typeface="+mn-lt"/>
                <a:ea typeface="PT Sans" pitchFamily="34" charset="-122"/>
                <a:cs typeface="PT Sans" pitchFamily="34" charset="-120"/>
              </a:rPr>
              <a:t> models.”, IEEE</a:t>
            </a:r>
            <a:endParaRPr lang="en-US" sz="2000" dirty="0">
              <a:solidFill>
                <a:schemeClr val="tx1"/>
              </a:solidFill>
              <a:latin typeface="+mn-lt"/>
              <a:ea typeface="PT Sans" pitchFamily="34" charset="-122"/>
              <a:cs typeface="PT Sans" pitchFamily="34" charset="-120"/>
            </a:endParaRPr>
          </a:p>
          <a:p>
            <a:pPr marL="342900" lvl="1" indent="-342900">
              <a:lnSpc>
                <a:spcPts val="2000"/>
              </a:lnSpc>
              <a:buSzPct val="100000"/>
              <a:buFont typeface="Arial"/>
              <a:buChar char="•"/>
            </a:pPr>
            <a:r>
              <a:rPr lang="en-IN" sz="2000" dirty="0">
                <a:solidFill>
                  <a:schemeClr val="tx1"/>
                </a:solidFill>
                <a:latin typeface="+mn-lt"/>
                <a:ea typeface="PT Sans" pitchFamily="34" charset="-122"/>
                <a:cs typeface="PT Sans" pitchFamily="34" charset="-120"/>
              </a:rPr>
              <a:t>Hybrid AI agent combines DRL, LLMs, and rules to defend cyber networks autonomously.</a:t>
            </a:r>
            <a:endParaRPr lang="en-US" sz="2000" dirty="0">
              <a:solidFill>
                <a:schemeClr val="tx1"/>
              </a:solidFill>
              <a:latin typeface="+mn-lt"/>
              <a:ea typeface="PT Sans" pitchFamily="34" charset="-122"/>
              <a:cs typeface="PT Sans" pitchFamily="34" charset="-120"/>
            </a:endParaRPr>
          </a:p>
          <a:p>
            <a:pPr marL="342900" lvl="1" indent="-342900">
              <a:lnSpc>
                <a:spcPts val="2000"/>
              </a:lnSpc>
              <a:buSzPct val="100000"/>
              <a:buFont typeface="Arial"/>
              <a:buChar char="•"/>
            </a:pPr>
            <a:r>
              <a:rPr lang="en-IN" sz="2000" dirty="0">
                <a:solidFill>
                  <a:schemeClr val="tx1"/>
                </a:solidFill>
                <a:latin typeface="+mn-lt"/>
              </a:rPr>
              <a:t>Tested in </a:t>
            </a:r>
            <a:r>
              <a:rPr lang="en-IN" sz="2000" dirty="0" err="1">
                <a:solidFill>
                  <a:schemeClr val="tx1"/>
                </a:solidFill>
                <a:latin typeface="+mn-lt"/>
              </a:rPr>
              <a:t>CybORG</a:t>
            </a:r>
            <a:r>
              <a:rPr lang="en-IN" sz="2000" dirty="0">
                <a:solidFill>
                  <a:schemeClr val="tx1"/>
                </a:solidFill>
                <a:latin typeface="+mn-lt"/>
              </a:rPr>
              <a:t>, the agent defends against red team strategies using monitoring and decoys.</a:t>
            </a:r>
          </a:p>
          <a:p>
            <a:pPr marL="342900" lvl="1" indent="-342900">
              <a:lnSpc>
                <a:spcPts val="2000"/>
              </a:lnSpc>
              <a:buSzPct val="100000"/>
              <a:buFont typeface="Arial"/>
              <a:buChar char="•"/>
            </a:pPr>
            <a:r>
              <a:rPr lang="en-IN" sz="2000" dirty="0">
                <a:solidFill>
                  <a:schemeClr val="tx1"/>
                </a:solidFill>
              </a:rPr>
              <a:t>Lacks real-world deployment; evaluation limited to simulated </a:t>
            </a:r>
            <a:r>
              <a:rPr lang="en-IN" sz="2000" dirty="0" err="1">
                <a:solidFill>
                  <a:schemeClr val="tx1"/>
                </a:solidFill>
              </a:rPr>
              <a:t>CybORG</a:t>
            </a:r>
            <a:r>
              <a:rPr lang="en-IN" sz="2000" dirty="0">
                <a:solidFill>
                  <a:schemeClr val="tx1"/>
                </a:solidFill>
              </a:rPr>
              <a:t> test environments only.</a:t>
            </a:r>
            <a:endParaRPr lang="en-US" sz="1100" dirty="0">
              <a:solidFill>
                <a:schemeClr val="tx1"/>
              </a:solidFill>
              <a:latin typeface="+mj-lt"/>
            </a:endParaRPr>
          </a:p>
          <a:p>
            <a:pPr marL="342900" indent="-342900">
              <a:lnSpc>
                <a:spcPts val="2000"/>
              </a:lnSpc>
              <a:buSzPct val="100000"/>
              <a:buChar char="•"/>
            </a:pPr>
            <a:endParaRPr lang="en-US" sz="1100" dirty="0">
              <a:solidFill>
                <a:schemeClr val="tx1"/>
              </a:solidFill>
              <a:latin typeface="+mj-lt"/>
              <a:ea typeface="PT Sans" pitchFamily="34" charset="-122"/>
              <a:cs typeface="PT Sans" pitchFamily="34" charset="-120"/>
            </a:endParaRPr>
          </a:p>
        </p:txBody>
      </p:sp>
      <p:sp>
        <p:nvSpPr>
          <p:cNvPr id="7" name="Rectangle: Rounded Corners 6">
            <a:extLst>
              <a:ext uri="{FF2B5EF4-FFF2-40B4-BE49-F238E27FC236}">
                <a16:creationId xmlns:a16="http://schemas.microsoft.com/office/drawing/2014/main" id="{DEB89E7F-A9FA-8662-8BF5-0E707D3EEFC4}"/>
              </a:ext>
            </a:extLst>
          </p:cNvPr>
          <p:cNvSpPr/>
          <p:nvPr/>
        </p:nvSpPr>
        <p:spPr>
          <a:xfrm>
            <a:off x="123806" y="3562440"/>
            <a:ext cx="9833007" cy="3011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nSpc>
                <a:spcPts val="2000"/>
              </a:lnSpc>
              <a:buSzPct val="100000"/>
            </a:pPr>
            <a:endParaRPr lang="en-US" sz="2000" dirty="0">
              <a:solidFill>
                <a:schemeClr val="tx1"/>
              </a:solidFill>
              <a:latin typeface="+mn-lt"/>
              <a:ea typeface="PT Sans" pitchFamily="34" charset="-122"/>
              <a:cs typeface="PT Sans" pitchFamily="34" charset="-120"/>
            </a:endParaRPr>
          </a:p>
          <a:p>
            <a:pPr lvl="1">
              <a:lnSpc>
                <a:spcPts val="2000"/>
              </a:lnSpc>
              <a:buSzPct val="100000"/>
            </a:pPr>
            <a:r>
              <a:rPr lang="en-IN" sz="2000" dirty="0">
                <a:solidFill>
                  <a:schemeClr val="tx1"/>
                </a:solidFill>
                <a:latin typeface="+mn-lt"/>
                <a:ea typeface="PT Sans" pitchFamily="34" charset="-122"/>
                <a:cs typeface="PT Sans" pitchFamily="34" charset="-120"/>
              </a:rPr>
              <a:t>“Game Theory Meets LLM and </a:t>
            </a:r>
            <a:r>
              <a:rPr lang="en-IN" sz="2000" dirty="0" err="1">
                <a:solidFill>
                  <a:schemeClr val="tx1"/>
                </a:solidFill>
                <a:latin typeface="+mn-lt"/>
                <a:ea typeface="PT Sans" pitchFamily="34" charset="-122"/>
                <a:cs typeface="PT Sans" pitchFamily="34" charset="-120"/>
              </a:rPr>
              <a:t>Agentic</a:t>
            </a:r>
            <a:r>
              <a:rPr lang="en-IN" sz="2000" dirty="0">
                <a:solidFill>
                  <a:schemeClr val="tx1"/>
                </a:solidFill>
                <a:latin typeface="+mn-lt"/>
                <a:ea typeface="PT Sans" pitchFamily="34" charset="-122"/>
                <a:cs typeface="PT Sans" pitchFamily="34" charset="-120"/>
              </a:rPr>
              <a:t> AI: Reimagining Cybersecurity for the Age of Intelligent Threats.”</a:t>
            </a:r>
            <a:endParaRPr lang="en-US" sz="2000" dirty="0">
              <a:solidFill>
                <a:schemeClr val="tx1"/>
              </a:solidFill>
              <a:latin typeface="+mn-lt"/>
              <a:ea typeface="PT Sans" pitchFamily="34" charset="-122"/>
              <a:cs typeface="PT Sans" pitchFamily="34" charset="-120"/>
            </a:endParaRPr>
          </a:p>
          <a:p>
            <a:pPr marL="342900" lvl="1" indent="-342900">
              <a:lnSpc>
                <a:spcPts val="2000"/>
              </a:lnSpc>
              <a:buSzPct val="100000"/>
              <a:buFont typeface="Arial"/>
              <a:buChar char="•"/>
            </a:pPr>
            <a:r>
              <a:rPr lang="en-IN" sz="2000" dirty="0">
                <a:solidFill>
                  <a:schemeClr val="tx1"/>
                </a:solidFill>
                <a:latin typeface="+mn-lt"/>
                <a:ea typeface="PT Sans" pitchFamily="34" charset="-122"/>
                <a:cs typeface="PT Sans" pitchFamily="34" charset="-120"/>
              </a:rPr>
              <a:t>Traditional cybersecurity methods are failing against advanced, AI-powered threats due to their reactive and static nature.</a:t>
            </a:r>
            <a:endParaRPr lang="en-IN" sz="2000" dirty="0">
              <a:solidFill>
                <a:schemeClr val="tx1"/>
              </a:solidFill>
              <a:ea typeface="PT Sans" pitchFamily="34" charset="-122"/>
              <a:cs typeface="PT Sans" pitchFamily="34" charset="-120"/>
            </a:endParaRPr>
          </a:p>
          <a:p>
            <a:pPr marL="342900" lvl="1" indent="-342900">
              <a:lnSpc>
                <a:spcPts val="2000"/>
              </a:lnSpc>
              <a:buSzPct val="100000"/>
              <a:buFont typeface="Arial"/>
              <a:buChar char="•"/>
            </a:pPr>
            <a:r>
              <a:rPr lang="en-IN" sz="2000" dirty="0">
                <a:solidFill>
                  <a:schemeClr val="tx1"/>
                </a:solidFill>
                <a:latin typeface="+mj-lt"/>
              </a:rPr>
              <a:t>The research also explores how AI agents, working in multi-agent systems, can revolutionize game theory itself by creating more realistic models of bounded rationality and complex interactions, while also highlighting the critical need to address ethical considerations like accountability and bias in these autonomous systems.</a:t>
            </a:r>
            <a:endParaRPr lang="en-US" sz="1100" dirty="0">
              <a:solidFill>
                <a:schemeClr val="tx1"/>
              </a:solidFill>
              <a:latin typeface="+mj-lt"/>
            </a:endParaRPr>
          </a:p>
          <a:p>
            <a:pPr marL="342900" indent="-342900">
              <a:lnSpc>
                <a:spcPts val="2000"/>
              </a:lnSpc>
              <a:buSzPct val="100000"/>
              <a:buChar char="•"/>
            </a:pPr>
            <a:endParaRPr lang="en-US" sz="1100" dirty="0">
              <a:solidFill>
                <a:schemeClr val="tx1"/>
              </a:solidFill>
              <a:latin typeface="+mj-lt"/>
              <a:ea typeface="PT Sans" pitchFamily="34" charset="-122"/>
              <a:cs typeface="PT Sans" pitchFamily="34" charset="-120"/>
            </a:endParaRPr>
          </a:p>
        </p:txBody>
      </p:sp>
    </p:spTree>
    <p:extLst>
      <p:ext uri="{BB962C8B-B14F-4D97-AF65-F5344CB8AC3E}">
        <p14:creationId xmlns:p14="http://schemas.microsoft.com/office/powerpoint/2010/main" val="2084053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3"/>
          <p:cNvSpPr txBox="1"/>
          <p:nvPr/>
        </p:nvSpPr>
        <p:spPr>
          <a:xfrm>
            <a:off x="233941" y="-206413"/>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Technology Stack</a:t>
            </a:r>
            <a:endParaRPr sz="1400" b="0" i="0" u="none" strike="noStrike" cap="none" dirty="0">
              <a:solidFill>
                <a:srgbClr val="000000"/>
              </a:solidFill>
              <a:latin typeface="Arial"/>
              <a:ea typeface="Arial"/>
              <a:cs typeface="Arial"/>
              <a:sym typeface="Arial"/>
            </a:endParaRPr>
          </a:p>
        </p:txBody>
      </p:sp>
      <p:pic>
        <p:nvPicPr>
          <p:cNvPr id="2" name="Image 0" descr="preencoded.png">
            <a:extLst>
              <a:ext uri="{FF2B5EF4-FFF2-40B4-BE49-F238E27FC236}">
                <a16:creationId xmlns:a16="http://schemas.microsoft.com/office/drawing/2014/main" id="{5C7AA092-D0C1-BF4C-D5A9-64E6C14A0EAE}"/>
              </a:ext>
            </a:extLst>
          </p:cNvPr>
          <p:cNvPicPr>
            <a:picLocks noChangeAspect="1"/>
          </p:cNvPicPr>
          <p:nvPr/>
        </p:nvPicPr>
        <p:blipFill>
          <a:blip r:embed="rId3"/>
          <a:stretch>
            <a:fillRect/>
          </a:stretch>
        </p:blipFill>
        <p:spPr>
          <a:xfrm>
            <a:off x="337870" y="922279"/>
            <a:ext cx="760637" cy="760637"/>
          </a:xfrm>
          <a:prstGeom prst="rect">
            <a:avLst/>
          </a:prstGeom>
        </p:spPr>
      </p:pic>
      <p:sp>
        <p:nvSpPr>
          <p:cNvPr id="3" name="Text 2">
            <a:extLst>
              <a:ext uri="{FF2B5EF4-FFF2-40B4-BE49-F238E27FC236}">
                <a16:creationId xmlns:a16="http://schemas.microsoft.com/office/drawing/2014/main" id="{D49BE83B-68BC-346C-8222-74B9706409DD}"/>
              </a:ext>
            </a:extLst>
          </p:cNvPr>
          <p:cNvSpPr/>
          <p:nvPr/>
        </p:nvSpPr>
        <p:spPr>
          <a:xfrm>
            <a:off x="161691" y="1623714"/>
            <a:ext cx="616602" cy="213479"/>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Frontend</a:t>
            </a:r>
            <a:endParaRPr lang="en-US" sz="1800" dirty="0">
              <a:solidFill>
                <a:schemeClr val="tx1"/>
              </a:solidFill>
              <a:latin typeface="+mn-lt"/>
            </a:endParaRPr>
          </a:p>
        </p:txBody>
      </p:sp>
      <p:sp>
        <p:nvSpPr>
          <p:cNvPr id="4" name="Text 3">
            <a:extLst>
              <a:ext uri="{FF2B5EF4-FFF2-40B4-BE49-F238E27FC236}">
                <a16:creationId xmlns:a16="http://schemas.microsoft.com/office/drawing/2014/main" id="{7159EFC0-5127-82F5-397A-2FF4A556EE43}"/>
              </a:ext>
            </a:extLst>
          </p:cNvPr>
          <p:cNvSpPr/>
          <p:nvPr/>
        </p:nvSpPr>
        <p:spPr>
          <a:xfrm>
            <a:off x="126337" y="1920507"/>
            <a:ext cx="1576830" cy="232410"/>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Next.js</a:t>
            </a:r>
            <a:endParaRPr lang="en-US" sz="1600" dirty="0">
              <a:solidFill>
                <a:schemeClr val="tx1"/>
              </a:solidFill>
              <a:latin typeface="+mn-lt"/>
            </a:endParaRPr>
          </a:p>
        </p:txBody>
      </p:sp>
      <p:pic>
        <p:nvPicPr>
          <p:cNvPr id="5" name="Image 1" descr="preencoded.png">
            <a:extLst>
              <a:ext uri="{FF2B5EF4-FFF2-40B4-BE49-F238E27FC236}">
                <a16:creationId xmlns:a16="http://schemas.microsoft.com/office/drawing/2014/main" id="{A8680D09-6446-1E52-AADB-9EAE37B8070D}"/>
              </a:ext>
            </a:extLst>
          </p:cNvPr>
          <p:cNvPicPr>
            <a:picLocks noChangeAspect="1"/>
          </p:cNvPicPr>
          <p:nvPr/>
        </p:nvPicPr>
        <p:blipFill>
          <a:blip r:embed="rId4"/>
          <a:stretch>
            <a:fillRect/>
          </a:stretch>
        </p:blipFill>
        <p:spPr>
          <a:xfrm>
            <a:off x="2092776" y="963567"/>
            <a:ext cx="498024" cy="498024"/>
          </a:xfrm>
          <a:prstGeom prst="rect">
            <a:avLst/>
          </a:prstGeom>
        </p:spPr>
      </p:pic>
      <p:sp>
        <p:nvSpPr>
          <p:cNvPr id="6" name="Text 4">
            <a:extLst>
              <a:ext uri="{FF2B5EF4-FFF2-40B4-BE49-F238E27FC236}">
                <a16:creationId xmlns:a16="http://schemas.microsoft.com/office/drawing/2014/main" id="{EB173A02-0F13-D936-67AF-63692D691A2F}"/>
              </a:ext>
            </a:extLst>
          </p:cNvPr>
          <p:cNvSpPr/>
          <p:nvPr/>
        </p:nvSpPr>
        <p:spPr>
          <a:xfrm>
            <a:off x="2092777" y="1602858"/>
            <a:ext cx="835760" cy="253663"/>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Backend</a:t>
            </a:r>
            <a:endParaRPr lang="en-US" sz="1800" dirty="0">
              <a:solidFill>
                <a:schemeClr val="tx1"/>
              </a:solidFill>
              <a:latin typeface="+mn-lt"/>
            </a:endParaRPr>
          </a:p>
        </p:txBody>
      </p:sp>
      <p:sp>
        <p:nvSpPr>
          <p:cNvPr id="7" name="Text 5">
            <a:extLst>
              <a:ext uri="{FF2B5EF4-FFF2-40B4-BE49-F238E27FC236}">
                <a16:creationId xmlns:a16="http://schemas.microsoft.com/office/drawing/2014/main" id="{58394A51-8D1A-E828-BA0F-2278E5F5860D}"/>
              </a:ext>
            </a:extLst>
          </p:cNvPr>
          <p:cNvSpPr/>
          <p:nvPr/>
        </p:nvSpPr>
        <p:spPr>
          <a:xfrm>
            <a:off x="2196067" y="1893059"/>
            <a:ext cx="2137281" cy="276157"/>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Flask</a:t>
            </a:r>
            <a:endParaRPr lang="en-US" sz="1600" dirty="0">
              <a:solidFill>
                <a:schemeClr val="tx1"/>
              </a:solidFill>
              <a:latin typeface="+mn-lt"/>
            </a:endParaRPr>
          </a:p>
        </p:txBody>
      </p:sp>
      <p:pic>
        <p:nvPicPr>
          <p:cNvPr id="8" name="Image 2" descr="preencoded.png">
            <a:extLst>
              <a:ext uri="{FF2B5EF4-FFF2-40B4-BE49-F238E27FC236}">
                <a16:creationId xmlns:a16="http://schemas.microsoft.com/office/drawing/2014/main" id="{86FF5524-1EB0-DA18-ADE3-840F2CF50E63}"/>
              </a:ext>
            </a:extLst>
          </p:cNvPr>
          <p:cNvPicPr>
            <a:picLocks noChangeAspect="1"/>
          </p:cNvPicPr>
          <p:nvPr/>
        </p:nvPicPr>
        <p:blipFill>
          <a:blip r:embed="rId5"/>
          <a:stretch>
            <a:fillRect/>
          </a:stretch>
        </p:blipFill>
        <p:spPr>
          <a:xfrm>
            <a:off x="3715024" y="788940"/>
            <a:ext cx="698382" cy="698382"/>
          </a:xfrm>
          <a:prstGeom prst="rect">
            <a:avLst/>
          </a:prstGeom>
        </p:spPr>
      </p:pic>
      <p:sp>
        <p:nvSpPr>
          <p:cNvPr id="9" name="Text 6">
            <a:extLst>
              <a:ext uri="{FF2B5EF4-FFF2-40B4-BE49-F238E27FC236}">
                <a16:creationId xmlns:a16="http://schemas.microsoft.com/office/drawing/2014/main" id="{07838520-D635-32A4-28EF-6464C9A12B03}"/>
              </a:ext>
            </a:extLst>
          </p:cNvPr>
          <p:cNvSpPr/>
          <p:nvPr/>
        </p:nvSpPr>
        <p:spPr>
          <a:xfrm>
            <a:off x="3744476" y="1629114"/>
            <a:ext cx="1708309" cy="213479"/>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Agent Logic</a:t>
            </a:r>
            <a:endParaRPr lang="en-US" sz="1800" dirty="0">
              <a:solidFill>
                <a:schemeClr val="tx1"/>
              </a:solidFill>
              <a:latin typeface="+mn-lt"/>
            </a:endParaRPr>
          </a:p>
        </p:txBody>
      </p:sp>
      <p:sp>
        <p:nvSpPr>
          <p:cNvPr id="10" name="Text 7">
            <a:extLst>
              <a:ext uri="{FF2B5EF4-FFF2-40B4-BE49-F238E27FC236}">
                <a16:creationId xmlns:a16="http://schemas.microsoft.com/office/drawing/2014/main" id="{74F3C47F-5A1F-CEC8-B7D0-F1E827BA5F25}"/>
              </a:ext>
            </a:extLst>
          </p:cNvPr>
          <p:cNvSpPr/>
          <p:nvPr/>
        </p:nvSpPr>
        <p:spPr>
          <a:xfrm>
            <a:off x="3744476" y="1929627"/>
            <a:ext cx="4368641" cy="232410"/>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Python + </a:t>
            </a:r>
            <a:r>
              <a:rPr lang="en-US" sz="1600" dirty="0" err="1">
                <a:solidFill>
                  <a:schemeClr val="tx1"/>
                </a:solidFill>
                <a:latin typeface="+mn-lt"/>
                <a:ea typeface="PT Sans" pitchFamily="34" charset="-122"/>
                <a:cs typeface="PT Sans" pitchFamily="34" charset="-120"/>
              </a:rPr>
              <a:t>LangGraph</a:t>
            </a:r>
            <a:r>
              <a:rPr lang="en-US" sz="1600" dirty="0">
                <a:solidFill>
                  <a:schemeClr val="tx1"/>
                </a:solidFill>
                <a:latin typeface="+mn-lt"/>
                <a:ea typeface="PT Sans" pitchFamily="34" charset="-122"/>
                <a:cs typeface="PT Sans" pitchFamily="34" charset="-120"/>
              </a:rPr>
              <a:t> </a:t>
            </a:r>
          </a:p>
        </p:txBody>
      </p:sp>
      <p:pic>
        <p:nvPicPr>
          <p:cNvPr id="11" name="Image 3" descr="preencoded.png">
            <a:extLst>
              <a:ext uri="{FF2B5EF4-FFF2-40B4-BE49-F238E27FC236}">
                <a16:creationId xmlns:a16="http://schemas.microsoft.com/office/drawing/2014/main" id="{2F8D0BF5-CBFE-B766-CACD-F8204C0A7B6A}"/>
              </a:ext>
            </a:extLst>
          </p:cNvPr>
          <p:cNvPicPr>
            <a:picLocks noChangeAspect="1"/>
          </p:cNvPicPr>
          <p:nvPr/>
        </p:nvPicPr>
        <p:blipFill>
          <a:blip r:embed="rId6"/>
          <a:stretch>
            <a:fillRect/>
          </a:stretch>
        </p:blipFill>
        <p:spPr>
          <a:xfrm>
            <a:off x="5777669" y="817656"/>
            <a:ext cx="588427" cy="588427"/>
          </a:xfrm>
          <a:prstGeom prst="rect">
            <a:avLst/>
          </a:prstGeom>
        </p:spPr>
      </p:pic>
      <p:sp>
        <p:nvSpPr>
          <p:cNvPr id="12" name="Text 8">
            <a:extLst>
              <a:ext uri="{FF2B5EF4-FFF2-40B4-BE49-F238E27FC236}">
                <a16:creationId xmlns:a16="http://schemas.microsoft.com/office/drawing/2014/main" id="{E6991871-1C42-FFC7-A0C9-5E65C4F68C51}"/>
              </a:ext>
            </a:extLst>
          </p:cNvPr>
          <p:cNvSpPr/>
          <p:nvPr/>
        </p:nvSpPr>
        <p:spPr>
          <a:xfrm>
            <a:off x="5818819" y="1599295"/>
            <a:ext cx="1708309" cy="213479"/>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AI Models</a:t>
            </a:r>
            <a:endParaRPr lang="en-US" sz="1800" dirty="0">
              <a:solidFill>
                <a:schemeClr val="tx1"/>
              </a:solidFill>
              <a:latin typeface="+mn-lt"/>
            </a:endParaRPr>
          </a:p>
        </p:txBody>
      </p:sp>
      <p:sp>
        <p:nvSpPr>
          <p:cNvPr id="13" name="Text 9">
            <a:extLst>
              <a:ext uri="{FF2B5EF4-FFF2-40B4-BE49-F238E27FC236}">
                <a16:creationId xmlns:a16="http://schemas.microsoft.com/office/drawing/2014/main" id="{E58EF5B5-99F7-C318-1727-097306651620}"/>
              </a:ext>
            </a:extLst>
          </p:cNvPr>
          <p:cNvSpPr/>
          <p:nvPr/>
        </p:nvSpPr>
        <p:spPr>
          <a:xfrm>
            <a:off x="5818819" y="1883999"/>
            <a:ext cx="4368641" cy="232410"/>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PT Sans" pitchFamily="34" charset="0"/>
                <a:ea typeface="PT Sans" pitchFamily="34" charset="-122"/>
                <a:cs typeface="PT Sans" pitchFamily="34" charset="-120"/>
              </a:rPr>
              <a:t>vLLM with </a:t>
            </a:r>
            <a:r>
              <a:rPr lang="en-US" sz="1600" dirty="0" err="1">
                <a:solidFill>
                  <a:schemeClr val="tx1"/>
                </a:solidFill>
                <a:latin typeface="PT Sans" pitchFamily="34" charset="0"/>
                <a:ea typeface="PT Sans" pitchFamily="34" charset="-122"/>
                <a:cs typeface="PT Sans" pitchFamily="34" charset="-120"/>
              </a:rPr>
              <a:t>DeepSeek</a:t>
            </a:r>
            <a:r>
              <a:rPr lang="en-US" sz="1600" dirty="0">
                <a:solidFill>
                  <a:schemeClr val="tx1"/>
                </a:solidFill>
                <a:latin typeface="PT Sans" pitchFamily="34" charset="0"/>
                <a:ea typeface="PT Sans" pitchFamily="34" charset="-122"/>
                <a:cs typeface="PT Sans" pitchFamily="34" charset="-120"/>
              </a:rPr>
              <a:t> 70B</a:t>
            </a:r>
            <a:endParaRPr lang="en-US" sz="1600" dirty="0">
              <a:solidFill>
                <a:schemeClr val="tx1"/>
              </a:solidFill>
            </a:endParaRPr>
          </a:p>
        </p:txBody>
      </p:sp>
      <p:pic>
        <p:nvPicPr>
          <p:cNvPr id="14" name="Image 4" descr="preencoded.png">
            <a:extLst>
              <a:ext uri="{FF2B5EF4-FFF2-40B4-BE49-F238E27FC236}">
                <a16:creationId xmlns:a16="http://schemas.microsoft.com/office/drawing/2014/main" id="{6E1DD4F8-BF96-B50D-BF2A-4D0D13832EE6}"/>
              </a:ext>
            </a:extLst>
          </p:cNvPr>
          <p:cNvPicPr>
            <a:picLocks noChangeAspect="1"/>
          </p:cNvPicPr>
          <p:nvPr/>
        </p:nvPicPr>
        <p:blipFill>
          <a:blip r:embed="rId7"/>
          <a:stretch>
            <a:fillRect/>
          </a:stretch>
        </p:blipFill>
        <p:spPr>
          <a:xfrm>
            <a:off x="293695" y="2526189"/>
            <a:ext cx="587522" cy="587522"/>
          </a:xfrm>
          <a:prstGeom prst="rect">
            <a:avLst/>
          </a:prstGeom>
        </p:spPr>
      </p:pic>
      <p:sp>
        <p:nvSpPr>
          <p:cNvPr id="15" name="Text 10">
            <a:extLst>
              <a:ext uri="{FF2B5EF4-FFF2-40B4-BE49-F238E27FC236}">
                <a16:creationId xmlns:a16="http://schemas.microsoft.com/office/drawing/2014/main" id="{0EB028C7-5B07-2011-15A2-DD4E03FA0915}"/>
              </a:ext>
            </a:extLst>
          </p:cNvPr>
          <p:cNvSpPr/>
          <p:nvPr/>
        </p:nvSpPr>
        <p:spPr>
          <a:xfrm>
            <a:off x="230385" y="3195709"/>
            <a:ext cx="1708309" cy="213479"/>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Monitoring</a:t>
            </a:r>
            <a:endParaRPr lang="en-US" sz="1800" dirty="0">
              <a:solidFill>
                <a:schemeClr val="tx1"/>
              </a:solidFill>
              <a:latin typeface="+mn-lt"/>
            </a:endParaRPr>
          </a:p>
        </p:txBody>
      </p:sp>
      <p:sp>
        <p:nvSpPr>
          <p:cNvPr id="16" name="Text 11">
            <a:extLst>
              <a:ext uri="{FF2B5EF4-FFF2-40B4-BE49-F238E27FC236}">
                <a16:creationId xmlns:a16="http://schemas.microsoft.com/office/drawing/2014/main" id="{05CBD918-AB81-3D0E-F454-5963D64EB67E}"/>
              </a:ext>
            </a:extLst>
          </p:cNvPr>
          <p:cNvSpPr/>
          <p:nvPr/>
        </p:nvSpPr>
        <p:spPr>
          <a:xfrm>
            <a:off x="216447" y="3461813"/>
            <a:ext cx="4368641" cy="232410"/>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Suricata, ELK, </a:t>
            </a:r>
          </a:p>
          <a:p>
            <a:pPr marL="0" indent="0" algn="l">
              <a:lnSpc>
                <a:spcPts val="1800"/>
              </a:lnSpc>
              <a:buNone/>
            </a:pPr>
            <a:r>
              <a:rPr lang="en-US" sz="1600" dirty="0">
                <a:solidFill>
                  <a:schemeClr val="tx1"/>
                </a:solidFill>
                <a:latin typeface="+mn-lt"/>
                <a:ea typeface="PT Sans" pitchFamily="34" charset="-122"/>
                <a:cs typeface="PT Sans" pitchFamily="34" charset="-120"/>
              </a:rPr>
              <a:t>Prometheus</a:t>
            </a:r>
            <a:endParaRPr lang="en-US" sz="1600" dirty="0">
              <a:solidFill>
                <a:schemeClr val="tx1"/>
              </a:solidFill>
              <a:latin typeface="+mn-lt"/>
            </a:endParaRPr>
          </a:p>
        </p:txBody>
      </p:sp>
      <p:pic>
        <p:nvPicPr>
          <p:cNvPr id="17" name="Image 5" descr="preencoded.png">
            <a:extLst>
              <a:ext uri="{FF2B5EF4-FFF2-40B4-BE49-F238E27FC236}">
                <a16:creationId xmlns:a16="http://schemas.microsoft.com/office/drawing/2014/main" id="{2D2226DE-A673-FC42-E4A2-D8CF7EA9BDFE}"/>
              </a:ext>
            </a:extLst>
          </p:cNvPr>
          <p:cNvPicPr>
            <a:picLocks noChangeAspect="1"/>
          </p:cNvPicPr>
          <p:nvPr/>
        </p:nvPicPr>
        <p:blipFill>
          <a:blip r:embed="rId8"/>
          <a:stretch>
            <a:fillRect/>
          </a:stretch>
        </p:blipFill>
        <p:spPr>
          <a:xfrm>
            <a:off x="2227871" y="2483429"/>
            <a:ext cx="664770" cy="664770"/>
          </a:xfrm>
          <a:prstGeom prst="rect">
            <a:avLst/>
          </a:prstGeom>
        </p:spPr>
      </p:pic>
      <p:sp>
        <p:nvSpPr>
          <p:cNvPr id="18" name="Text 12">
            <a:extLst>
              <a:ext uri="{FF2B5EF4-FFF2-40B4-BE49-F238E27FC236}">
                <a16:creationId xmlns:a16="http://schemas.microsoft.com/office/drawing/2014/main" id="{5AF68400-373E-8B53-BFE5-E68282249EDE}"/>
              </a:ext>
            </a:extLst>
          </p:cNvPr>
          <p:cNvSpPr/>
          <p:nvPr/>
        </p:nvSpPr>
        <p:spPr>
          <a:xfrm>
            <a:off x="2023297" y="3216371"/>
            <a:ext cx="1708309" cy="213479"/>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Storage</a:t>
            </a:r>
            <a:endParaRPr lang="en-US" sz="1800" dirty="0">
              <a:solidFill>
                <a:schemeClr val="tx1"/>
              </a:solidFill>
              <a:latin typeface="+mn-lt"/>
            </a:endParaRPr>
          </a:p>
        </p:txBody>
      </p:sp>
      <p:sp>
        <p:nvSpPr>
          <p:cNvPr id="19" name="Text 13">
            <a:extLst>
              <a:ext uri="{FF2B5EF4-FFF2-40B4-BE49-F238E27FC236}">
                <a16:creationId xmlns:a16="http://schemas.microsoft.com/office/drawing/2014/main" id="{1DE7D077-8768-1646-59FD-544AEC7F9AAC}"/>
              </a:ext>
            </a:extLst>
          </p:cNvPr>
          <p:cNvSpPr/>
          <p:nvPr/>
        </p:nvSpPr>
        <p:spPr>
          <a:xfrm>
            <a:off x="2023233" y="3459072"/>
            <a:ext cx="4368641" cy="232410"/>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Redis, Pinecone, </a:t>
            </a:r>
          </a:p>
          <a:p>
            <a:pPr marL="0" indent="0" algn="l">
              <a:lnSpc>
                <a:spcPts val="1800"/>
              </a:lnSpc>
              <a:buNone/>
            </a:pPr>
            <a:r>
              <a:rPr lang="en-US" sz="1600" dirty="0">
                <a:solidFill>
                  <a:schemeClr val="tx1"/>
                </a:solidFill>
                <a:latin typeface="+mn-lt"/>
                <a:ea typeface="PT Sans" pitchFamily="34" charset="-122"/>
                <a:cs typeface="PT Sans" pitchFamily="34" charset="-120"/>
              </a:rPr>
              <a:t>MongoDB</a:t>
            </a:r>
            <a:endParaRPr lang="en-US" sz="1600" dirty="0">
              <a:solidFill>
                <a:schemeClr val="tx1"/>
              </a:solidFill>
              <a:latin typeface="+mn-lt"/>
            </a:endParaRPr>
          </a:p>
        </p:txBody>
      </p:sp>
      <p:pic>
        <p:nvPicPr>
          <p:cNvPr id="20" name="Image 6" descr="preencoded.png">
            <a:extLst>
              <a:ext uri="{FF2B5EF4-FFF2-40B4-BE49-F238E27FC236}">
                <a16:creationId xmlns:a16="http://schemas.microsoft.com/office/drawing/2014/main" id="{9622C5E2-AAE2-3CA1-AA8E-95F49AF3BBD3}"/>
              </a:ext>
            </a:extLst>
          </p:cNvPr>
          <p:cNvPicPr>
            <a:picLocks noChangeAspect="1"/>
          </p:cNvPicPr>
          <p:nvPr/>
        </p:nvPicPr>
        <p:blipFill>
          <a:blip r:embed="rId9"/>
          <a:stretch>
            <a:fillRect/>
          </a:stretch>
        </p:blipFill>
        <p:spPr>
          <a:xfrm>
            <a:off x="4481321" y="2420905"/>
            <a:ext cx="833830" cy="833830"/>
          </a:xfrm>
          <a:prstGeom prst="rect">
            <a:avLst/>
          </a:prstGeom>
        </p:spPr>
      </p:pic>
      <p:sp>
        <p:nvSpPr>
          <p:cNvPr id="21" name="Text 14">
            <a:extLst>
              <a:ext uri="{FF2B5EF4-FFF2-40B4-BE49-F238E27FC236}">
                <a16:creationId xmlns:a16="http://schemas.microsoft.com/office/drawing/2014/main" id="{69C80535-5911-B4AA-28C1-C6AE84030697}"/>
              </a:ext>
            </a:extLst>
          </p:cNvPr>
          <p:cNvSpPr/>
          <p:nvPr/>
        </p:nvSpPr>
        <p:spPr>
          <a:xfrm>
            <a:off x="4186157" y="3257476"/>
            <a:ext cx="1708309" cy="213479"/>
          </a:xfrm>
          <a:prstGeom prst="rect">
            <a:avLst/>
          </a:prstGeom>
          <a:noFill/>
          <a:ln/>
        </p:spPr>
        <p:txBody>
          <a:bodyPr wrap="none" lIns="0" tIns="0" rIns="0" bIns="0" rtlCol="0" anchor="t"/>
          <a:lstStyle/>
          <a:p>
            <a:pPr marL="0" indent="0" algn="l">
              <a:lnSpc>
                <a:spcPts val="1650"/>
              </a:lnSpc>
              <a:buNone/>
            </a:pPr>
            <a:r>
              <a:rPr lang="en-US" sz="1800" dirty="0">
                <a:solidFill>
                  <a:schemeClr val="tx1"/>
                </a:solidFill>
                <a:latin typeface="+mn-lt"/>
                <a:ea typeface="Nunito Semi Bold" pitchFamily="34" charset="-122"/>
                <a:cs typeface="Nunito Semi Bold" pitchFamily="34" charset="-120"/>
              </a:rPr>
              <a:t>Deployment</a:t>
            </a:r>
            <a:endParaRPr lang="en-US" sz="1800" dirty="0">
              <a:solidFill>
                <a:schemeClr val="tx1"/>
              </a:solidFill>
              <a:latin typeface="+mn-lt"/>
            </a:endParaRPr>
          </a:p>
        </p:txBody>
      </p:sp>
      <p:sp>
        <p:nvSpPr>
          <p:cNvPr id="22" name="Text 15">
            <a:extLst>
              <a:ext uri="{FF2B5EF4-FFF2-40B4-BE49-F238E27FC236}">
                <a16:creationId xmlns:a16="http://schemas.microsoft.com/office/drawing/2014/main" id="{1ECC3FA3-2A56-5962-4A4C-B660ABC4DB4D}"/>
              </a:ext>
            </a:extLst>
          </p:cNvPr>
          <p:cNvSpPr/>
          <p:nvPr/>
        </p:nvSpPr>
        <p:spPr>
          <a:xfrm>
            <a:off x="4186157" y="3557990"/>
            <a:ext cx="4368641" cy="232410"/>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Docker &amp; Kubernetes</a:t>
            </a:r>
            <a:endParaRPr lang="en-US" sz="1600" dirty="0">
              <a:solidFill>
                <a:schemeClr val="tx1"/>
              </a:solidFill>
              <a:latin typeface="+mn-lt"/>
            </a:endParaRPr>
          </a:p>
        </p:txBody>
      </p:sp>
      <p:grpSp>
        <p:nvGrpSpPr>
          <p:cNvPr id="38" name="Group 37">
            <a:extLst>
              <a:ext uri="{FF2B5EF4-FFF2-40B4-BE49-F238E27FC236}">
                <a16:creationId xmlns:a16="http://schemas.microsoft.com/office/drawing/2014/main" id="{3F9EC8D3-A12F-97B0-7C7B-177DF3589D1D}"/>
              </a:ext>
            </a:extLst>
          </p:cNvPr>
          <p:cNvGrpSpPr/>
          <p:nvPr/>
        </p:nvGrpSpPr>
        <p:grpSpPr>
          <a:xfrm>
            <a:off x="120734" y="4321452"/>
            <a:ext cx="4254460" cy="1440299"/>
            <a:chOff x="120734" y="4321452"/>
            <a:chExt cx="4254460" cy="1440299"/>
          </a:xfrm>
        </p:grpSpPr>
        <p:sp>
          <p:nvSpPr>
            <p:cNvPr id="23" name="Shape 16">
              <a:extLst>
                <a:ext uri="{FF2B5EF4-FFF2-40B4-BE49-F238E27FC236}">
                  <a16:creationId xmlns:a16="http://schemas.microsoft.com/office/drawing/2014/main" id="{B51485D7-354B-3D18-16A8-924B1A0F5D9F}"/>
                </a:ext>
              </a:extLst>
            </p:cNvPr>
            <p:cNvSpPr/>
            <p:nvPr/>
          </p:nvSpPr>
          <p:spPr>
            <a:xfrm>
              <a:off x="120734" y="4321452"/>
              <a:ext cx="4254460" cy="1440299"/>
            </a:xfrm>
            <a:prstGeom prst="roundRect">
              <a:avLst>
                <a:gd name="adj" fmla="val 15123"/>
              </a:avLst>
            </a:prstGeom>
            <a:solidFill>
              <a:srgbClr val="00FFFF"/>
            </a:solidFill>
            <a:ln/>
          </p:spPr>
        </p:sp>
        <p:pic>
          <p:nvPicPr>
            <p:cNvPr id="24" name="Image 7" descr="preencoded.png">
              <a:extLst>
                <a:ext uri="{FF2B5EF4-FFF2-40B4-BE49-F238E27FC236}">
                  <a16:creationId xmlns:a16="http://schemas.microsoft.com/office/drawing/2014/main" id="{4C9A88C4-1FAD-F330-C53A-78A88009C549}"/>
                </a:ext>
              </a:extLst>
            </p:cNvPr>
            <p:cNvPicPr>
              <a:picLocks noChangeAspect="1"/>
            </p:cNvPicPr>
            <p:nvPr/>
          </p:nvPicPr>
          <p:blipFill>
            <a:blip r:embed="rId10">
              <a:biLevel thresh="50000"/>
            </a:blip>
            <a:stretch>
              <a:fillRect/>
            </a:stretch>
          </p:blipFill>
          <p:spPr>
            <a:xfrm>
              <a:off x="293695" y="4464287"/>
              <a:ext cx="395651" cy="316434"/>
            </a:xfrm>
            <a:prstGeom prst="rect">
              <a:avLst/>
            </a:prstGeom>
          </p:spPr>
        </p:pic>
        <p:sp>
          <p:nvSpPr>
            <p:cNvPr id="25" name="Text 17">
              <a:extLst>
                <a:ext uri="{FF2B5EF4-FFF2-40B4-BE49-F238E27FC236}">
                  <a16:creationId xmlns:a16="http://schemas.microsoft.com/office/drawing/2014/main" id="{9B20496B-9612-1D8D-1491-D87D78474CFD}"/>
                </a:ext>
              </a:extLst>
            </p:cNvPr>
            <p:cNvSpPr/>
            <p:nvPr/>
          </p:nvSpPr>
          <p:spPr>
            <a:xfrm>
              <a:off x="717698" y="4537945"/>
              <a:ext cx="1708309" cy="213479"/>
            </a:xfrm>
            <a:prstGeom prst="rect">
              <a:avLst/>
            </a:prstGeom>
            <a:noFill/>
            <a:ln/>
          </p:spPr>
          <p:txBody>
            <a:bodyPr wrap="none" lIns="0" tIns="0" rIns="0" bIns="0" rtlCol="0" anchor="t"/>
            <a:lstStyle/>
            <a:p>
              <a:pPr marL="0" indent="0" algn="l">
                <a:lnSpc>
                  <a:spcPts val="1650"/>
                </a:lnSpc>
                <a:buNone/>
              </a:pPr>
              <a:r>
                <a:rPr lang="en-US" sz="2000" b="1" dirty="0">
                  <a:solidFill>
                    <a:schemeClr val="tx1"/>
                  </a:solidFill>
                  <a:latin typeface="+mj-lt"/>
                  <a:ea typeface="Nunito Semi Bold" pitchFamily="34" charset="-122"/>
                  <a:cs typeface="Nunito Semi Bold" pitchFamily="34" charset="-120"/>
                </a:rPr>
                <a:t>LLM Reasoning</a:t>
              </a:r>
              <a:endParaRPr lang="en-US" sz="2000" b="1" dirty="0">
                <a:solidFill>
                  <a:schemeClr val="tx1"/>
                </a:solidFill>
                <a:latin typeface="+mj-lt"/>
              </a:endParaRPr>
            </a:p>
          </p:txBody>
        </p:sp>
        <p:sp>
          <p:nvSpPr>
            <p:cNvPr id="26" name="Text 18">
              <a:extLst>
                <a:ext uri="{FF2B5EF4-FFF2-40B4-BE49-F238E27FC236}">
                  <a16:creationId xmlns:a16="http://schemas.microsoft.com/office/drawing/2014/main" id="{BE6A2066-BDCA-3F59-E5C1-62D8B7CDD044}"/>
                </a:ext>
              </a:extLst>
            </p:cNvPr>
            <p:cNvSpPr/>
            <p:nvPr/>
          </p:nvSpPr>
          <p:spPr>
            <a:xfrm>
              <a:off x="230385" y="4861400"/>
              <a:ext cx="3999672" cy="697230"/>
            </a:xfrm>
            <a:prstGeom prst="rect">
              <a:avLst/>
            </a:prstGeom>
            <a:noFill/>
            <a:ln/>
          </p:spPr>
          <p:txBody>
            <a:bodyPr wrap="squar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Advanced language models enable complex threat analysis and decision-making, understanding nuanced attack patterns.</a:t>
              </a:r>
              <a:endParaRPr lang="en-US" sz="1600" dirty="0">
                <a:solidFill>
                  <a:schemeClr val="tx1"/>
                </a:solidFill>
                <a:latin typeface="+mn-lt"/>
              </a:endParaRPr>
            </a:p>
          </p:txBody>
        </p:sp>
      </p:grpSp>
      <p:grpSp>
        <p:nvGrpSpPr>
          <p:cNvPr id="37" name="Group 36">
            <a:extLst>
              <a:ext uri="{FF2B5EF4-FFF2-40B4-BE49-F238E27FC236}">
                <a16:creationId xmlns:a16="http://schemas.microsoft.com/office/drawing/2014/main" id="{9CD6460C-FF8D-2EFE-F75A-9837877ADFFB}"/>
              </a:ext>
            </a:extLst>
          </p:cNvPr>
          <p:cNvGrpSpPr/>
          <p:nvPr/>
        </p:nvGrpSpPr>
        <p:grpSpPr>
          <a:xfrm>
            <a:off x="5400612" y="4367285"/>
            <a:ext cx="4253032" cy="1440299"/>
            <a:chOff x="4848249" y="4684117"/>
            <a:chExt cx="4253032" cy="1440299"/>
          </a:xfrm>
        </p:grpSpPr>
        <p:sp>
          <p:nvSpPr>
            <p:cNvPr id="27" name="Shape 19">
              <a:extLst>
                <a:ext uri="{FF2B5EF4-FFF2-40B4-BE49-F238E27FC236}">
                  <a16:creationId xmlns:a16="http://schemas.microsoft.com/office/drawing/2014/main" id="{0CA2E34E-1D59-B2FF-8EF5-EE1956304EB7}"/>
                </a:ext>
              </a:extLst>
            </p:cNvPr>
            <p:cNvSpPr/>
            <p:nvPr/>
          </p:nvSpPr>
          <p:spPr>
            <a:xfrm>
              <a:off x="4848249" y="4684117"/>
              <a:ext cx="4253032" cy="1440299"/>
            </a:xfrm>
            <a:prstGeom prst="roundRect">
              <a:avLst>
                <a:gd name="adj" fmla="val 15123"/>
              </a:avLst>
            </a:prstGeom>
            <a:solidFill>
              <a:srgbClr val="00FFFF"/>
            </a:solidFill>
            <a:ln/>
          </p:spPr>
        </p:sp>
        <p:pic>
          <p:nvPicPr>
            <p:cNvPr id="28" name="Image 8" descr="preencoded.png">
              <a:extLst>
                <a:ext uri="{FF2B5EF4-FFF2-40B4-BE49-F238E27FC236}">
                  <a16:creationId xmlns:a16="http://schemas.microsoft.com/office/drawing/2014/main" id="{92A000A6-4409-6A4D-291A-DF9A99125D1C}"/>
                </a:ext>
              </a:extLst>
            </p:cNvPr>
            <p:cNvPicPr>
              <a:picLocks noChangeAspect="1"/>
            </p:cNvPicPr>
            <p:nvPr/>
          </p:nvPicPr>
          <p:blipFill>
            <a:blip r:embed="rId10">
              <a:biLevel thresh="75000"/>
            </a:blip>
            <a:stretch>
              <a:fillRect/>
            </a:stretch>
          </p:blipFill>
          <p:spPr>
            <a:xfrm>
              <a:off x="4975689" y="4795366"/>
              <a:ext cx="367301" cy="293760"/>
            </a:xfrm>
            <a:prstGeom prst="rect">
              <a:avLst/>
            </a:prstGeom>
          </p:spPr>
        </p:pic>
        <p:sp>
          <p:nvSpPr>
            <p:cNvPr id="29" name="Text 20">
              <a:extLst>
                <a:ext uri="{FF2B5EF4-FFF2-40B4-BE49-F238E27FC236}">
                  <a16:creationId xmlns:a16="http://schemas.microsoft.com/office/drawing/2014/main" id="{2AEFC831-AF78-8FFB-D633-E8056EAF6CD2}"/>
                </a:ext>
              </a:extLst>
            </p:cNvPr>
            <p:cNvSpPr/>
            <p:nvPr/>
          </p:nvSpPr>
          <p:spPr>
            <a:xfrm>
              <a:off x="5352003" y="4865449"/>
              <a:ext cx="1708309" cy="213479"/>
            </a:xfrm>
            <a:prstGeom prst="rect">
              <a:avLst/>
            </a:prstGeom>
            <a:noFill/>
            <a:ln/>
          </p:spPr>
          <p:txBody>
            <a:bodyPr wrap="none" lIns="0" tIns="0" rIns="0" bIns="0" rtlCol="0" anchor="t"/>
            <a:lstStyle/>
            <a:p>
              <a:pPr marL="0" indent="0" algn="l">
                <a:lnSpc>
                  <a:spcPts val="1650"/>
                </a:lnSpc>
                <a:buNone/>
              </a:pPr>
              <a:r>
                <a:rPr lang="en-US" sz="2000" b="1" dirty="0">
                  <a:solidFill>
                    <a:schemeClr val="tx1"/>
                  </a:solidFill>
                  <a:latin typeface="+mn-lt"/>
                  <a:ea typeface="Nunito Semi Bold" pitchFamily="34" charset="-122"/>
                  <a:cs typeface="Nunito Semi Bold" pitchFamily="34" charset="-120"/>
                </a:rPr>
                <a:t>DRL </a:t>
              </a:r>
              <a:r>
                <a:rPr lang="en-US" sz="2000" b="1" dirty="0">
                  <a:solidFill>
                    <a:schemeClr val="tx1"/>
                  </a:solidFill>
                  <a:latin typeface="+mj-lt"/>
                  <a:ea typeface="Nunito Semi Bold" pitchFamily="34" charset="-122"/>
                  <a:cs typeface="Nunito Semi Bold" pitchFamily="34" charset="-120"/>
                </a:rPr>
                <a:t>Adaptability</a:t>
              </a:r>
              <a:endParaRPr lang="en-US" sz="2000" b="1" dirty="0">
                <a:solidFill>
                  <a:schemeClr val="tx1"/>
                </a:solidFill>
                <a:latin typeface="+mj-lt"/>
              </a:endParaRPr>
            </a:p>
          </p:txBody>
        </p:sp>
        <p:sp>
          <p:nvSpPr>
            <p:cNvPr id="30" name="Text 21">
              <a:extLst>
                <a:ext uri="{FF2B5EF4-FFF2-40B4-BE49-F238E27FC236}">
                  <a16:creationId xmlns:a16="http://schemas.microsoft.com/office/drawing/2014/main" id="{9FF9FCAE-8E85-1E27-53EF-BBE5FF4AAF47}"/>
                </a:ext>
              </a:extLst>
            </p:cNvPr>
            <p:cNvSpPr/>
            <p:nvPr/>
          </p:nvSpPr>
          <p:spPr>
            <a:xfrm>
              <a:off x="4993893" y="5224065"/>
              <a:ext cx="4107388" cy="697230"/>
            </a:xfrm>
            <a:prstGeom prst="rect">
              <a:avLst/>
            </a:prstGeom>
            <a:noFill/>
            <a:ln/>
          </p:spPr>
          <p:txBody>
            <a:bodyPr wrap="squar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Deep Reinforcement Learning allows AegisMind to learn and adapt autonomously to evolving cyber threats in real-time.</a:t>
              </a:r>
              <a:endParaRPr lang="en-US" sz="1600" dirty="0">
                <a:solidFill>
                  <a:schemeClr val="tx1"/>
                </a:solidFill>
                <a:latin typeface="+mn-lt"/>
              </a:endParaRPr>
            </a:p>
          </p:txBody>
        </p:sp>
      </p:grpSp>
      <p:grpSp>
        <p:nvGrpSpPr>
          <p:cNvPr id="39" name="Group 38">
            <a:extLst>
              <a:ext uri="{FF2B5EF4-FFF2-40B4-BE49-F238E27FC236}">
                <a16:creationId xmlns:a16="http://schemas.microsoft.com/office/drawing/2014/main" id="{B127A97E-448D-6AE0-B142-F9E571CC0353}"/>
              </a:ext>
            </a:extLst>
          </p:cNvPr>
          <p:cNvGrpSpPr/>
          <p:nvPr/>
        </p:nvGrpSpPr>
        <p:grpSpPr>
          <a:xfrm>
            <a:off x="2912271" y="5953680"/>
            <a:ext cx="4253032" cy="1440299"/>
            <a:chOff x="508535" y="6086145"/>
            <a:chExt cx="4253032" cy="1440299"/>
          </a:xfrm>
        </p:grpSpPr>
        <p:sp>
          <p:nvSpPr>
            <p:cNvPr id="31" name="Shape 22">
              <a:extLst>
                <a:ext uri="{FF2B5EF4-FFF2-40B4-BE49-F238E27FC236}">
                  <a16:creationId xmlns:a16="http://schemas.microsoft.com/office/drawing/2014/main" id="{C6FC3524-7A1D-3D4C-D756-4B68C74CCD64}"/>
                </a:ext>
              </a:extLst>
            </p:cNvPr>
            <p:cNvSpPr/>
            <p:nvPr/>
          </p:nvSpPr>
          <p:spPr>
            <a:xfrm>
              <a:off x="508535" y="6086145"/>
              <a:ext cx="4253032" cy="1440299"/>
            </a:xfrm>
            <a:prstGeom prst="roundRect">
              <a:avLst>
                <a:gd name="adj" fmla="val 15123"/>
              </a:avLst>
            </a:prstGeom>
            <a:solidFill>
              <a:srgbClr val="00FFFF"/>
            </a:solidFill>
            <a:ln/>
          </p:spPr>
        </p:sp>
        <p:pic>
          <p:nvPicPr>
            <p:cNvPr id="32" name="Image 9" descr="preencoded.png">
              <a:extLst>
                <a:ext uri="{FF2B5EF4-FFF2-40B4-BE49-F238E27FC236}">
                  <a16:creationId xmlns:a16="http://schemas.microsoft.com/office/drawing/2014/main" id="{507A12C9-B822-2053-00ED-1A7C848568B4}"/>
                </a:ext>
              </a:extLst>
            </p:cNvPr>
            <p:cNvPicPr>
              <a:picLocks noChangeAspect="1"/>
            </p:cNvPicPr>
            <p:nvPr/>
          </p:nvPicPr>
          <p:blipFill>
            <a:blip r:embed="rId10">
              <a:biLevel thresh="75000"/>
            </a:blip>
            <a:stretch>
              <a:fillRect/>
            </a:stretch>
          </p:blipFill>
          <p:spPr>
            <a:xfrm>
              <a:off x="543194" y="6203939"/>
              <a:ext cx="425809" cy="340553"/>
            </a:xfrm>
            <a:prstGeom prst="rect">
              <a:avLst/>
            </a:prstGeom>
          </p:spPr>
        </p:pic>
        <p:sp>
          <p:nvSpPr>
            <p:cNvPr id="33" name="Text 23">
              <a:extLst>
                <a:ext uri="{FF2B5EF4-FFF2-40B4-BE49-F238E27FC236}">
                  <a16:creationId xmlns:a16="http://schemas.microsoft.com/office/drawing/2014/main" id="{47108D36-799A-5224-964B-61D887094DA2}"/>
                </a:ext>
              </a:extLst>
            </p:cNvPr>
            <p:cNvSpPr/>
            <p:nvPr/>
          </p:nvSpPr>
          <p:spPr>
            <a:xfrm>
              <a:off x="1012289" y="6267477"/>
              <a:ext cx="1708309" cy="213479"/>
            </a:xfrm>
            <a:prstGeom prst="rect">
              <a:avLst/>
            </a:prstGeom>
            <a:noFill/>
            <a:ln/>
          </p:spPr>
          <p:txBody>
            <a:bodyPr wrap="none" lIns="0" tIns="0" rIns="0" bIns="0" rtlCol="0" anchor="t"/>
            <a:lstStyle/>
            <a:p>
              <a:pPr marL="0" indent="0" algn="l">
                <a:lnSpc>
                  <a:spcPts val="1650"/>
                </a:lnSpc>
                <a:buNone/>
              </a:pPr>
              <a:r>
                <a:rPr lang="en-US" sz="2000" b="1" dirty="0">
                  <a:solidFill>
                    <a:schemeClr val="tx1"/>
                  </a:solidFill>
                  <a:latin typeface="+mj-lt"/>
                  <a:ea typeface="Nunito Semi Bold" pitchFamily="34" charset="-122"/>
                  <a:cs typeface="Nunito Semi Bold" pitchFamily="34" charset="-120"/>
                </a:rPr>
                <a:t>Vector Memory</a:t>
              </a:r>
              <a:endParaRPr lang="en-US" sz="2000" b="1" dirty="0">
                <a:solidFill>
                  <a:schemeClr val="tx1"/>
                </a:solidFill>
                <a:latin typeface="+mj-lt"/>
              </a:endParaRPr>
            </a:p>
          </p:txBody>
        </p:sp>
        <p:sp>
          <p:nvSpPr>
            <p:cNvPr id="34" name="Text 24">
              <a:extLst>
                <a:ext uri="{FF2B5EF4-FFF2-40B4-BE49-F238E27FC236}">
                  <a16:creationId xmlns:a16="http://schemas.microsoft.com/office/drawing/2014/main" id="{36195962-C3C7-D597-DD89-0360AA150E0C}"/>
                </a:ext>
              </a:extLst>
            </p:cNvPr>
            <p:cNvSpPr/>
            <p:nvPr/>
          </p:nvSpPr>
          <p:spPr>
            <a:xfrm>
              <a:off x="720463" y="6626093"/>
              <a:ext cx="3895967" cy="697230"/>
            </a:xfrm>
            <a:prstGeom prst="rect">
              <a:avLst/>
            </a:prstGeom>
            <a:noFill/>
            <a:ln/>
          </p:spPr>
          <p:txBody>
            <a:bodyPr wrap="square" lIns="0" tIns="0" rIns="0" bIns="0" rtlCol="0" anchor="t"/>
            <a:lstStyle/>
            <a:p>
              <a:pPr marL="0" indent="0" algn="l">
                <a:lnSpc>
                  <a:spcPts val="1800"/>
                </a:lnSpc>
                <a:buNone/>
              </a:pPr>
              <a:r>
                <a:rPr lang="en-US" sz="1600" dirty="0">
                  <a:solidFill>
                    <a:schemeClr val="tx1"/>
                  </a:solidFill>
                  <a:latin typeface="+mn-lt"/>
                  <a:ea typeface="PT Sans" pitchFamily="34" charset="-122"/>
                  <a:cs typeface="PT Sans" pitchFamily="34" charset="-120"/>
                </a:rPr>
                <a:t>Utilizes vector databases for efficient long-term memory, enabling historical analysis and predictive threat intelligence.</a:t>
              </a:r>
              <a:endParaRPr lang="en-US" sz="1600" dirty="0">
                <a:solidFill>
                  <a:schemeClr val="tx1"/>
                </a:solidFill>
                <a:latin typeface="+mn-l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7"/>
        <p:cNvGrpSpPr/>
        <p:nvPr/>
      </p:nvGrpSpPr>
      <p:grpSpPr>
        <a:xfrm>
          <a:off x="0" y="0"/>
          <a:ext cx="0" cy="0"/>
          <a:chOff x="0" y="0"/>
          <a:chExt cx="0" cy="0"/>
        </a:xfrm>
      </p:grpSpPr>
      <p:sp>
        <p:nvSpPr>
          <p:cNvPr id="298" name="Google Shape;298;p35"/>
          <p:cNvSpPr txBox="1"/>
          <p:nvPr/>
        </p:nvSpPr>
        <p:spPr>
          <a:xfrm>
            <a:off x="647700" y="3057525"/>
            <a:ext cx="9071100" cy="126210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Thank You...!!</a:t>
            </a:r>
            <a:endParaRPr dirty="0"/>
          </a:p>
        </p:txBody>
      </p:sp>
    </p:spTree>
  </p:cSld>
  <p:clrMapOvr>
    <a:masterClrMapping/>
  </p:clrMapOvr>
</p:sld>
</file>

<file path=ppt/theme/theme1.xml><?xml version="1.0" encoding="utf-8"?>
<a:theme xmlns:a="http://schemas.openxmlformats.org/drawingml/2006/main"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TotalTime>
  <Words>581</Words>
  <Application>Microsoft Office PowerPoint</Application>
  <PresentationFormat>Custom</PresentationFormat>
  <Paragraphs>85</Paragraphs>
  <Slides>13</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Noto Sans Symbols</vt:lpstr>
      <vt:lpstr>PT Sans</vt:lpstr>
      <vt:lpstr>Times New Roman</vt:lpstr>
      <vt:lpstr>Trebuchet MS</vt:lpstr>
      <vt:lpstr>Facet</vt:lpstr>
      <vt:lpstr>Facet</vt:lpstr>
      <vt:lpstr>PowerPoint Presentation</vt:lpstr>
      <vt:lpstr>PowerPoint Presentation</vt:lpstr>
      <vt:lpstr> Problem statement </vt:lpstr>
      <vt:lpstr>PowerPoint Presentation</vt:lpstr>
      <vt:lpstr>Implementation</vt:lpstr>
      <vt:lpstr>PowerPoint Presentation</vt:lpstr>
      <vt:lpstr>PowerPoint Presentation</vt:lpstr>
      <vt:lpstr>PowerPoint Presentation</vt:lpstr>
      <vt:lpstr>PowerPoint Presentation</vt:lpstr>
      <vt:lpstr>PowerPoint Presentation</vt:lpstr>
      <vt:lpstr>Literature Review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Nishant</dc:creator>
  <cp:lastModifiedBy>Arif Choudhary</cp:lastModifiedBy>
  <cp:revision>16</cp:revision>
  <cp:lastPrinted>2025-09-11T05:33:03Z</cp:lastPrinted>
  <dcterms:modified xsi:type="dcterms:W3CDTF">2025-10-09T14:18:02Z</dcterms:modified>
</cp:coreProperties>
</file>